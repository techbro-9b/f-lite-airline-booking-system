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92"/>
  </p:notesMasterIdLst>
  <p:handoutMasterIdLst>
    <p:handoutMasterId r:id="rId93"/>
  </p:handoutMasterIdLst>
  <p:sldIdLst>
    <p:sldId id="256" r:id="rId2"/>
    <p:sldId id="276" r:id="rId3"/>
    <p:sldId id="277" r:id="rId4"/>
    <p:sldId id="401" r:id="rId5"/>
    <p:sldId id="279" r:id="rId6"/>
    <p:sldId id="280" r:id="rId7"/>
    <p:sldId id="257" r:id="rId8"/>
    <p:sldId id="258" r:id="rId9"/>
    <p:sldId id="378" r:id="rId10"/>
    <p:sldId id="379" r:id="rId11"/>
    <p:sldId id="380" r:id="rId12"/>
    <p:sldId id="381" r:id="rId13"/>
    <p:sldId id="351" r:id="rId14"/>
    <p:sldId id="281" r:id="rId15"/>
    <p:sldId id="402" r:id="rId16"/>
    <p:sldId id="282" r:id="rId17"/>
    <p:sldId id="283" r:id="rId18"/>
    <p:sldId id="285" r:id="rId19"/>
    <p:sldId id="286" r:id="rId20"/>
    <p:sldId id="287" r:id="rId21"/>
    <p:sldId id="310" r:id="rId22"/>
    <p:sldId id="259" r:id="rId23"/>
    <p:sldId id="288" r:id="rId24"/>
    <p:sldId id="260" r:id="rId25"/>
    <p:sldId id="289" r:id="rId26"/>
    <p:sldId id="311" r:id="rId27"/>
    <p:sldId id="261" r:id="rId28"/>
    <p:sldId id="353" r:id="rId29"/>
    <p:sldId id="302" r:id="rId30"/>
    <p:sldId id="269" r:id="rId31"/>
    <p:sldId id="382" r:id="rId32"/>
    <p:sldId id="303" r:id="rId33"/>
    <p:sldId id="333" r:id="rId34"/>
    <p:sldId id="403" r:id="rId35"/>
    <p:sldId id="270" r:id="rId36"/>
    <p:sldId id="340" r:id="rId37"/>
    <p:sldId id="304" r:id="rId38"/>
    <p:sldId id="335" r:id="rId39"/>
    <p:sldId id="336" r:id="rId40"/>
    <p:sldId id="345" r:id="rId41"/>
    <p:sldId id="383" r:id="rId42"/>
    <p:sldId id="384" r:id="rId43"/>
    <p:sldId id="385" r:id="rId44"/>
    <p:sldId id="386" r:id="rId45"/>
    <p:sldId id="387" r:id="rId46"/>
    <p:sldId id="346" r:id="rId47"/>
    <p:sldId id="398" r:id="rId48"/>
    <p:sldId id="404" r:id="rId49"/>
    <p:sldId id="405" r:id="rId50"/>
    <p:sldId id="395" r:id="rId51"/>
    <p:sldId id="396" r:id="rId52"/>
    <p:sldId id="397" r:id="rId53"/>
    <p:sldId id="358" r:id="rId54"/>
    <p:sldId id="365" r:id="rId55"/>
    <p:sldId id="366" r:id="rId56"/>
    <p:sldId id="367" r:id="rId57"/>
    <p:sldId id="368" r:id="rId58"/>
    <p:sldId id="369" r:id="rId59"/>
    <p:sldId id="370" r:id="rId60"/>
    <p:sldId id="406" r:id="rId61"/>
    <p:sldId id="371" r:id="rId62"/>
    <p:sldId id="372" r:id="rId63"/>
    <p:sldId id="373" r:id="rId64"/>
    <p:sldId id="374" r:id="rId65"/>
    <p:sldId id="375" r:id="rId66"/>
    <p:sldId id="376" r:id="rId67"/>
    <p:sldId id="377" r:id="rId68"/>
    <p:sldId id="388" r:id="rId69"/>
    <p:sldId id="389" r:id="rId70"/>
    <p:sldId id="390" r:id="rId71"/>
    <p:sldId id="391" r:id="rId72"/>
    <p:sldId id="392" r:id="rId73"/>
    <p:sldId id="393" r:id="rId74"/>
    <p:sldId id="394" r:id="rId75"/>
    <p:sldId id="356" r:id="rId76"/>
    <p:sldId id="295" r:id="rId77"/>
    <p:sldId id="296" r:id="rId78"/>
    <p:sldId id="297" r:id="rId79"/>
    <p:sldId id="298" r:id="rId80"/>
    <p:sldId id="299" r:id="rId81"/>
    <p:sldId id="355" r:id="rId82"/>
    <p:sldId id="347" r:id="rId83"/>
    <p:sldId id="348" r:id="rId84"/>
    <p:sldId id="274" r:id="rId85"/>
    <p:sldId id="399" r:id="rId86"/>
    <p:sldId id="349" r:id="rId87"/>
    <p:sldId id="350" r:id="rId88"/>
    <p:sldId id="352" r:id="rId89"/>
    <p:sldId id="354" r:id="rId90"/>
    <p:sldId id="400" r:id="rId91"/>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FC314-8487-4B5A-B7D8-259B76F48580}" v="3" dt="2026-02-02T18:47:41.6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54689" autoAdjust="0"/>
  </p:normalViewPr>
  <p:slideViewPr>
    <p:cSldViewPr snapToObjects="1">
      <p:cViewPr varScale="1">
        <p:scale>
          <a:sx n="52" d="100"/>
          <a:sy n="52" d="100"/>
        </p:scale>
        <p:origin x="1939" y="48"/>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handoutMaster" Target="handoutMasters/handoutMaster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maa Abdelmeguid" userId="47fd2e4c-d07d-4c27-b7bc-d96a4ea2e7cf" providerId="ADAL" clId="{13C3C948-E538-4E74-ABA6-FB3B14096097}"/>
    <pc:docChg chg="custSel addSld delSld modSld">
      <pc:chgData name="Shimaa Abdelmeguid" userId="47fd2e4c-d07d-4c27-b7bc-d96a4ea2e7cf" providerId="ADAL" clId="{13C3C948-E538-4E74-ABA6-FB3B14096097}" dt="2026-02-02T18:50:06.309" v="157" actId="6549"/>
      <pc:docMkLst>
        <pc:docMk/>
      </pc:docMkLst>
      <pc:sldChg chg="modNotesTx">
        <pc:chgData name="Shimaa Abdelmeguid" userId="47fd2e4c-d07d-4c27-b7bc-d96a4ea2e7cf" providerId="ADAL" clId="{13C3C948-E538-4E74-ABA6-FB3B14096097}" dt="2026-01-26T19:01:17.384" v="0" actId="6549"/>
        <pc:sldMkLst>
          <pc:docMk/>
          <pc:sldMk cId="0" sldId="256"/>
        </pc:sldMkLst>
      </pc:sldChg>
      <pc:sldChg chg="modNotes modNotesTx">
        <pc:chgData name="Shimaa Abdelmeguid" userId="47fd2e4c-d07d-4c27-b7bc-d96a4ea2e7cf" providerId="ADAL" clId="{13C3C948-E538-4E74-ABA6-FB3B14096097}" dt="2026-01-28T15:54:57.486" v="49" actId="27636"/>
        <pc:sldMkLst>
          <pc:docMk/>
          <pc:sldMk cId="0" sldId="257"/>
        </pc:sldMkLst>
      </pc:sldChg>
      <pc:sldChg chg="modNotes modNotesTx">
        <pc:chgData name="Shimaa Abdelmeguid" userId="47fd2e4c-d07d-4c27-b7bc-d96a4ea2e7cf" providerId="ADAL" clId="{13C3C948-E538-4E74-ABA6-FB3B14096097}" dt="2026-01-28T15:54:57.494" v="50" actId="27636"/>
        <pc:sldMkLst>
          <pc:docMk/>
          <pc:sldMk cId="0" sldId="258"/>
        </pc:sldMkLst>
      </pc:sldChg>
      <pc:sldChg chg="modNotes modNotesTx">
        <pc:chgData name="Shimaa Abdelmeguid" userId="47fd2e4c-d07d-4c27-b7bc-d96a4ea2e7cf" providerId="ADAL" clId="{13C3C948-E538-4E74-ABA6-FB3B14096097}" dt="2026-01-28T15:54:57.515" v="60" actId="27636"/>
        <pc:sldMkLst>
          <pc:docMk/>
          <pc:sldMk cId="0" sldId="259"/>
        </pc:sldMkLst>
      </pc:sldChg>
      <pc:sldChg chg="modNotes modNotesTx">
        <pc:chgData name="Shimaa Abdelmeguid" userId="47fd2e4c-d07d-4c27-b7bc-d96a4ea2e7cf" providerId="ADAL" clId="{13C3C948-E538-4E74-ABA6-FB3B14096097}" dt="2026-01-28T15:54:57.518" v="62" actId="27636"/>
        <pc:sldMkLst>
          <pc:docMk/>
          <pc:sldMk cId="0" sldId="260"/>
        </pc:sldMkLst>
      </pc:sldChg>
      <pc:sldChg chg="modNotes modNotesTx">
        <pc:chgData name="Shimaa Abdelmeguid" userId="47fd2e4c-d07d-4c27-b7bc-d96a4ea2e7cf" providerId="ADAL" clId="{13C3C948-E538-4E74-ABA6-FB3B14096097}" dt="2026-01-28T15:54:57.518" v="65" actId="27636"/>
        <pc:sldMkLst>
          <pc:docMk/>
          <pc:sldMk cId="0" sldId="261"/>
        </pc:sldMkLst>
      </pc:sldChg>
      <pc:sldChg chg="modNotes modNotesTx">
        <pc:chgData name="Shimaa Abdelmeguid" userId="47fd2e4c-d07d-4c27-b7bc-d96a4ea2e7cf" providerId="ADAL" clId="{13C3C948-E538-4E74-ABA6-FB3B14096097}" dt="2026-01-28T15:54:57.526" v="67" actId="27636"/>
        <pc:sldMkLst>
          <pc:docMk/>
          <pc:sldMk cId="0" sldId="269"/>
        </pc:sldMkLst>
      </pc:sldChg>
      <pc:sldChg chg="add del modNotesTx">
        <pc:chgData name="Shimaa Abdelmeguid" userId="47fd2e4c-d07d-4c27-b7bc-d96a4ea2e7cf" providerId="ADAL" clId="{13C3C948-E538-4E74-ABA6-FB3B14096097}" dt="2026-01-28T15:55:43.192" v="75" actId="6549"/>
        <pc:sldMkLst>
          <pc:docMk/>
          <pc:sldMk cId="0" sldId="270"/>
        </pc:sldMkLst>
      </pc:sldChg>
      <pc:sldChg chg="add del modNotes modNotesTx">
        <pc:chgData name="Shimaa Abdelmeguid" userId="47fd2e4c-d07d-4c27-b7bc-d96a4ea2e7cf" providerId="ADAL" clId="{13C3C948-E538-4E74-ABA6-FB3B14096097}" dt="2026-02-02T18:49:55.633" v="154" actId="6549"/>
        <pc:sldMkLst>
          <pc:docMk/>
          <pc:sldMk cId="0" sldId="274"/>
        </pc:sldMkLst>
      </pc:sldChg>
      <pc:sldChg chg="del">
        <pc:chgData name="Shimaa Abdelmeguid" userId="47fd2e4c-d07d-4c27-b7bc-d96a4ea2e7cf" providerId="ADAL" clId="{13C3C948-E538-4E74-ABA6-FB3B14096097}" dt="2026-02-02T18:47:38.455" v="91" actId="47"/>
        <pc:sldMkLst>
          <pc:docMk/>
          <pc:sldMk cId="0" sldId="275"/>
        </pc:sldMkLst>
      </pc:sldChg>
      <pc:sldChg chg="modNotesTx">
        <pc:chgData name="Shimaa Abdelmeguid" userId="47fd2e4c-d07d-4c27-b7bc-d96a4ea2e7cf" providerId="ADAL" clId="{13C3C948-E538-4E74-ABA6-FB3B14096097}" dt="2026-01-26T19:01:22.642" v="1" actId="6549"/>
        <pc:sldMkLst>
          <pc:docMk/>
          <pc:sldMk cId="0" sldId="276"/>
        </pc:sldMkLst>
      </pc:sldChg>
      <pc:sldChg chg="modNotesTx">
        <pc:chgData name="Shimaa Abdelmeguid" userId="47fd2e4c-d07d-4c27-b7bc-d96a4ea2e7cf" providerId="ADAL" clId="{13C3C948-E538-4E74-ABA6-FB3B14096097}" dt="2026-01-26T19:01:25.923" v="2" actId="6549"/>
        <pc:sldMkLst>
          <pc:docMk/>
          <pc:sldMk cId="0" sldId="277"/>
        </pc:sldMkLst>
      </pc:sldChg>
      <pc:sldChg chg="modNotes modNotesTx">
        <pc:chgData name="Shimaa Abdelmeguid" userId="47fd2e4c-d07d-4c27-b7bc-d96a4ea2e7cf" providerId="ADAL" clId="{13C3C948-E538-4E74-ABA6-FB3B14096097}" dt="2026-01-28T15:54:57.486" v="48" actId="27636"/>
        <pc:sldMkLst>
          <pc:docMk/>
          <pc:sldMk cId="0" sldId="279"/>
        </pc:sldMkLst>
      </pc:sldChg>
      <pc:sldChg chg="modNotesTx">
        <pc:chgData name="Shimaa Abdelmeguid" userId="47fd2e4c-d07d-4c27-b7bc-d96a4ea2e7cf" providerId="ADAL" clId="{13C3C948-E538-4E74-ABA6-FB3B14096097}" dt="2026-01-26T19:01:36.066" v="5" actId="6549"/>
        <pc:sldMkLst>
          <pc:docMk/>
          <pc:sldMk cId="0" sldId="280"/>
        </pc:sldMkLst>
      </pc:sldChg>
      <pc:sldChg chg="modNotes modNotesTx">
        <pc:chgData name="Shimaa Abdelmeguid" userId="47fd2e4c-d07d-4c27-b7bc-d96a4ea2e7cf" providerId="ADAL" clId="{13C3C948-E538-4E74-ABA6-FB3B14096097}" dt="2026-01-28T15:54:57.494" v="53" actId="27636"/>
        <pc:sldMkLst>
          <pc:docMk/>
          <pc:sldMk cId="0" sldId="281"/>
        </pc:sldMkLst>
      </pc:sldChg>
      <pc:sldChg chg="modNotes modNotesTx">
        <pc:chgData name="Shimaa Abdelmeguid" userId="47fd2e4c-d07d-4c27-b7bc-d96a4ea2e7cf" providerId="ADAL" clId="{13C3C948-E538-4E74-ABA6-FB3B14096097}" dt="2026-01-28T15:54:57.494" v="55" actId="27636"/>
        <pc:sldMkLst>
          <pc:docMk/>
          <pc:sldMk cId="0" sldId="282"/>
        </pc:sldMkLst>
      </pc:sldChg>
      <pc:sldChg chg="modNotes modNotesTx">
        <pc:chgData name="Shimaa Abdelmeguid" userId="47fd2e4c-d07d-4c27-b7bc-d96a4ea2e7cf" providerId="ADAL" clId="{13C3C948-E538-4E74-ABA6-FB3B14096097}" dt="2026-01-28T15:54:57.494" v="56" actId="27636"/>
        <pc:sldMkLst>
          <pc:docMk/>
          <pc:sldMk cId="0" sldId="285"/>
        </pc:sldMkLst>
      </pc:sldChg>
      <pc:sldChg chg="modNotes modNotesTx">
        <pc:chgData name="Shimaa Abdelmeguid" userId="47fd2e4c-d07d-4c27-b7bc-d96a4ea2e7cf" providerId="ADAL" clId="{13C3C948-E538-4E74-ABA6-FB3B14096097}" dt="2026-01-28T15:54:57.494" v="57" actId="27636"/>
        <pc:sldMkLst>
          <pc:docMk/>
          <pc:sldMk cId="0" sldId="286"/>
        </pc:sldMkLst>
      </pc:sldChg>
      <pc:sldChg chg="modNotes modNotesTx">
        <pc:chgData name="Shimaa Abdelmeguid" userId="47fd2e4c-d07d-4c27-b7bc-d96a4ea2e7cf" providerId="ADAL" clId="{13C3C948-E538-4E74-ABA6-FB3B14096097}" dt="2026-01-28T15:54:57.494" v="58" actId="27636"/>
        <pc:sldMkLst>
          <pc:docMk/>
          <pc:sldMk cId="0" sldId="287"/>
        </pc:sldMkLst>
      </pc:sldChg>
      <pc:sldChg chg="modNotes modNotesTx">
        <pc:chgData name="Shimaa Abdelmeguid" userId="47fd2e4c-d07d-4c27-b7bc-d96a4ea2e7cf" providerId="ADAL" clId="{13C3C948-E538-4E74-ABA6-FB3B14096097}" dt="2026-01-28T15:54:57.516" v="61" actId="27636"/>
        <pc:sldMkLst>
          <pc:docMk/>
          <pc:sldMk cId="0" sldId="288"/>
        </pc:sldMkLst>
      </pc:sldChg>
      <pc:sldChg chg="modNotes modNotesTx">
        <pc:chgData name="Shimaa Abdelmeguid" userId="47fd2e4c-d07d-4c27-b7bc-d96a4ea2e7cf" providerId="ADAL" clId="{13C3C948-E538-4E74-ABA6-FB3B14096097}" dt="2026-01-28T15:54:57.518" v="63" actId="27636"/>
        <pc:sldMkLst>
          <pc:docMk/>
          <pc:sldMk cId="0" sldId="289"/>
        </pc:sldMkLst>
      </pc:sldChg>
      <pc:sldChg chg="add del modNotesTx">
        <pc:chgData name="Shimaa Abdelmeguid" userId="47fd2e4c-d07d-4c27-b7bc-d96a4ea2e7cf" providerId="ADAL" clId="{13C3C948-E538-4E74-ABA6-FB3B14096097}" dt="2026-02-02T18:49:18.364" v="146" actId="6549"/>
        <pc:sldMkLst>
          <pc:docMk/>
          <pc:sldMk cId="0" sldId="295"/>
        </pc:sldMkLst>
      </pc:sldChg>
      <pc:sldChg chg="add del modNotes modNotesTx">
        <pc:chgData name="Shimaa Abdelmeguid" userId="47fd2e4c-d07d-4c27-b7bc-d96a4ea2e7cf" providerId="ADAL" clId="{13C3C948-E538-4E74-ABA6-FB3B14096097}" dt="2026-02-02T18:49:22.195" v="147" actId="6549"/>
        <pc:sldMkLst>
          <pc:docMk/>
          <pc:sldMk cId="0" sldId="296"/>
        </pc:sldMkLst>
      </pc:sldChg>
      <pc:sldChg chg="add del modNotes modNotesTx">
        <pc:chgData name="Shimaa Abdelmeguid" userId="47fd2e4c-d07d-4c27-b7bc-d96a4ea2e7cf" providerId="ADAL" clId="{13C3C948-E538-4E74-ABA6-FB3B14096097}" dt="2026-02-02T18:49:25.537" v="148" actId="6549"/>
        <pc:sldMkLst>
          <pc:docMk/>
          <pc:sldMk cId="0" sldId="297"/>
        </pc:sldMkLst>
      </pc:sldChg>
      <pc:sldChg chg="add del modNotes modNotesTx">
        <pc:chgData name="Shimaa Abdelmeguid" userId="47fd2e4c-d07d-4c27-b7bc-d96a4ea2e7cf" providerId="ADAL" clId="{13C3C948-E538-4E74-ABA6-FB3B14096097}" dt="2026-02-02T18:49:29.396" v="149" actId="6549"/>
        <pc:sldMkLst>
          <pc:docMk/>
          <pc:sldMk cId="0" sldId="298"/>
        </pc:sldMkLst>
      </pc:sldChg>
      <pc:sldChg chg="add del modNotesTx">
        <pc:chgData name="Shimaa Abdelmeguid" userId="47fd2e4c-d07d-4c27-b7bc-d96a4ea2e7cf" providerId="ADAL" clId="{13C3C948-E538-4E74-ABA6-FB3B14096097}" dt="2026-02-02T18:49:32.999" v="150" actId="6549"/>
        <pc:sldMkLst>
          <pc:docMk/>
          <pc:sldMk cId="0" sldId="299"/>
        </pc:sldMkLst>
      </pc:sldChg>
      <pc:sldChg chg="modNotes modNotesTx">
        <pc:chgData name="Shimaa Abdelmeguid" userId="47fd2e4c-d07d-4c27-b7bc-d96a4ea2e7cf" providerId="ADAL" clId="{13C3C948-E538-4E74-ABA6-FB3B14096097}" dt="2026-01-28T15:54:57.526" v="66" actId="27636"/>
        <pc:sldMkLst>
          <pc:docMk/>
          <pc:sldMk cId="0" sldId="302"/>
        </pc:sldMkLst>
      </pc:sldChg>
      <pc:sldChg chg="add del modNotes modNotesTx">
        <pc:chgData name="Shimaa Abdelmeguid" userId="47fd2e4c-d07d-4c27-b7bc-d96a4ea2e7cf" providerId="ADAL" clId="{13C3C948-E538-4E74-ABA6-FB3B14096097}" dt="2026-02-02T18:47:41.698" v="93" actId="27636"/>
        <pc:sldMkLst>
          <pc:docMk/>
          <pc:sldMk cId="0" sldId="303"/>
        </pc:sldMkLst>
      </pc:sldChg>
      <pc:sldChg chg="add del modNotes modNotesTx">
        <pc:chgData name="Shimaa Abdelmeguid" userId="47fd2e4c-d07d-4c27-b7bc-d96a4ea2e7cf" providerId="ADAL" clId="{13C3C948-E538-4E74-ABA6-FB3B14096097}" dt="2026-02-02T18:47:41.713" v="96" actId="27636"/>
        <pc:sldMkLst>
          <pc:docMk/>
          <pc:sldMk cId="0" sldId="304"/>
        </pc:sldMkLst>
      </pc:sldChg>
      <pc:sldChg chg="del">
        <pc:chgData name="Shimaa Abdelmeguid" userId="47fd2e4c-d07d-4c27-b7bc-d96a4ea2e7cf" providerId="ADAL" clId="{13C3C948-E538-4E74-ABA6-FB3B14096097}" dt="2026-02-02T18:47:38.455" v="91" actId="47"/>
        <pc:sldMkLst>
          <pc:docMk/>
          <pc:sldMk cId="0" sldId="309"/>
        </pc:sldMkLst>
      </pc:sldChg>
      <pc:sldChg chg="modNotes modNotesTx">
        <pc:chgData name="Shimaa Abdelmeguid" userId="47fd2e4c-d07d-4c27-b7bc-d96a4ea2e7cf" providerId="ADAL" clId="{13C3C948-E538-4E74-ABA6-FB3B14096097}" dt="2026-01-28T15:54:57.512" v="59" actId="27636"/>
        <pc:sldMkLst>
          <pc:docMk/>
          <pc:sldMk cId="0" sldId="310"/>
        </pc:sldMkLst>
      </pc:sldChg>
      <pc:sldChg chg="modNotes modNotesTx">
        <pc:chgData name="Shimaa Abdelmeguid" userId="47fd2e4c-d07d-4c27-b7bc-d96a4ea2e7cf" providerId="ADAL" clId="{13C3C948-E538-4E74-ABA6-FB3B14096097}" dt="2026-01-28T15:54:57.518" v="64" actId="27636"/>
        <pc:sldMkLst>
          <pc:docMk/>
          <pc:sldMk cId="0" sldId="311"/>
        </pc:sldMkLst>
      </pc:sldChg>
      <pc:sldChg chg="add del modNotes modNotesTx">
        <pc:chgData name="Shimaa Abdelmeguid" userId="47fd2e4c-d07d-4c27-b7bc-d96a4ea2e7cf" providerId="ADAL" clId="{13C3C948-E538-4E74-ABA6-FB3B14096097}" dt="2026-02-02T18:47:41.698" v="94" actId="27636"/>
        <pc:sldMkLst>
          <pc:docMk/>
          <pc:sldMk cId="0" sldId="333"/>
        </pc:sldMkLst>
      </pc:sldChg>
      <pc:sldChg chg="add del modNotes modNotesTx">
        <pc:chgData name="Shimaa Abdelmeguid" userId="47fd2e4c-d07d-4c27-b7bc-d96a4ea2e7cf" providerId="ADAL" clId="{13C3C948-E538-4E74-ABA6-FB3B14096097}" dt="2026-02-02T18:47:41.713" v="97" actId="27636"/>
        <pc:sldMkLst>
          <pc:docMk/>
          <pc:sldMk cId="0" sldId="335"/>
        </pc:sldMkLst>
      </pc:sldChg>
      <pc:sldChg chg="add del modNotes modNotesTx">
        <pc:chgData name="Shimaa Abdelmeguid" userId="47fd2e4c-d07d-4c27-b7bc-d96a4ea2e7cf" providerId="ADAL" clId="{13C3C948-E538-4E74-ABA6-FB3B14096097}" dt="2026-02-02T18:47:41.713" v="98" actId="27636"/>
        <pc:sldMkLst>
          <pc:docMk/>
          <pc:sldMk cId="0" sldId="336"/>
        </pc:sldMkLst>
      </pc:sldChg>
      <pc:sldChg chg="add del modNotes modNotesTx">
        <pc:chgData name="Shimaa Abdelmeguid" userId="47fd2e4c-d07d-4c27-b7bc-d96a4ea2e7cf" providerId="ADAL" clId="{13C3C948-E538-4E74-ABA6-FB3B14096097}" dt="2026-02-02T18:47:41.713" v="95" actId="27636"/>
        <pc:sldMkLst>
          <pc:docMk/>
          <pc:sldMk cId="0" sldId="340"/>
        </pc:sldMkLst>
      </pc:sldChg>
      <pc:sldChg chg="add del">
        <pc:chgData name="Shimaa Abdelmeguid" userId="47fd2e4c-d07d-4c27-b7bc-d96a4ea2e7cf" providerId="ADAL" clId="{13C3C948-E538-4E74-ABA6-FB3B14096097}" dt="2026-01-28T15:54:57.432" v="46"/>
        <pc:sldMkLst>
          <pc:docMk/>
          <pc:sldMk cId="0" sldId="345"/>
        </pc:sldMkLst>
      </pc:sldChg>
      <pc:sldChg chg="add del modNotes modNotesTx">
        <pc:chgData name="Shimaa Abdelmeguid" userId="47fd2e4c-d07d-4c27-b7bc-d96a4ea2e7cf" providerId="ADAL" clId="{13C3C948-E538-4E74-ABA6-FB3B14096097}" dt="2026-02-02T18:47:41.729" v="100" actId="27636"/>
        <pc:sldMkLst>
          <pc:docMk/>
          <pc:sldMk cId="0" sldId="346"/>
        </pc:sldMkLst>
      </pc:sldChg>
      <pc:sldChg chg="add del modNotes modNotesTx">
        <pc:chgData name="Shimaa Abdelmeguid" userId="47fd2e4c-d07d-4c27-b7bc-d96a4ea2e7cf" providerId="ADAL" clId="{13C3C948-E538-4E74-ABA6-FB3B14096097}" dt="2026-02-02T18:49:40.219" v="152" actId="6549"/>
        <pc:sldMkLst>
          <pc:docMk/>
          <pc:sldMk cId="0" sldId="347"/>
        </pc:sldMkLst>
      </pc:sldChg>
      <pc:sldChg chg="add del modNotes modNotesTx">
        <pc:chgData name="Shimaa Abdelmeguid" userId="47fd2e4c-d07d-4c27-b7bc-d96a4ea2e7cf" providerId="ADAL" clId="{13C3C948-E538-4E74-ABA6-FB3B14096097}" dt="2026-02-02T18:49:44.237" v="153" actId="6549"/>
        <pc:sldMkLst>
          <pc:docMk/>
          <pc:sldMk cId="0" sldId="348"/>
        </pc:sldMkLst>
      </pc:sldChg>
      <pc:sldChg chg="add del modNotes modNotesTx">
        <pc:chgData name="Shimaa Abdelmeguid" userId="47fd2e4c-d07d-4c27-b7bc-d96a4ea2e7cf" providerId="ADAL" clId="{13C3C948-E538-4E74-ABA6-FB3B14096097}" dt="2026-02-02T18:50:02.812" v="156" actId="6549"/>
        <pc:sldMkLst>
          <pc:docMk/>
          <pc:sldMk cId="0" sldId="349"/>
        </pc:sldMkLst>
      </pc:sldChg>
      <pc:sldChg chg="add del modNotesTx">
        <pc:chgData name="Shimaa Abdelmeguid" userId="47fd2e4c-d07d-4c27-b7bc-d96a4ea2e7cf" providerId="ADAL" clId="{13C3C948-E538-4E74-ABA6-FB3B14096097}" dt="2026-02-02T18:50:06.309" v="157" actId="6549"/>
        <pc:sldMkLst>
          <pc:docMk/>
          <pc:sldMk cId="0" sldId="350"/>
        </pc:sldMkLst>
      </pc:sldChg>
      <pc:sldChg chg="modNotesTx">
        <pc:chgData name="Shimaa Abdelmeguid" userId="47fd2e4c-d07d-4c27-b7bc-d96a4ea2e7cf" providerId="ADAL" clId="{13C3C948-E538-4E74-ABA6-FB3B14096097}" dt="2026-01-26T19:01:58.522" v="11" actId="6549"/>
        <pc:sldMkLst>
          <pc:docMk/>
          <pc:sldMk cId="2304085576" sldId="351"/>
        </pc:sldMkLst>
      </pc:sldChg>
      <pc:sldChg chg="add del">
        <pc:chgData name="Shimaa Abdelmeguid" userId="47fd2e4c-d07d-4c27-b7bc-d96a4ea2e7cf" providerId="ADAL" clId="{13C3C948-E538-4E74-ABA6-FB3B14096097}" dt="2026-02-02T18:47:41.635" v="92"/>
        <pc:sldMkLst>
          <pc:docMk/>
          <pc:sldMk cId="2551034023" sldId="352"/>
        </pc:sldMkLst>
      </pc:sldChg>
      <pc:sldChg chg="modNotesTx">
        <pc:chgData name="Shimaa Abdelmeguid" userId="47fd2e4c-d07d-4c27-b7bc-d96a4ea2e7cf" providerId="ADAL" clId="{13C3C948-E538-4E74-ABA6-FB3B14096097}" dt="2026-01-26T19:02:55.331" v="25" actId="6549"/>
        <pc:sldMkLst>
          <pc:docMk/>
          <pc:sldMk cId="2668724760" sldId="353"/>
        </pc:sldMkLst>
      </pc:sldChg>
      <pc:sldChg chg="add del">
        <pc:chgData name="Shimaa Abdelmeguid" userId="47fd2e4c-d07d-4c27-b7bc-d96a4ea2e7cf" providerId="ADAL" clId="{13C3C948-E538-4E74-ABA6-FB3B14096097}" dt="2026-02-02T18:47:41.635" v="92"/>
        <pc:sldMkLst>
          <pc:docMk/>
          <pc:sldMk cId="3452821670" sldId="354"/>
        </pc:sldMkLst>
      </pc:sldChg>
      <pc:sldChg chg="add del modNotesTx">
        <pc:chgData name="Shimaa Abdelmeguid" userId="47fd2e4c-d07d-4c27-b7bc-d96a4ea2e7cf" providerId="ADAL" clId="{13C3C948-E538-4E74-ABA6-FB3B14096097}" dt="2026-02-02T18:49:36.669" v="151" actId="6549"/>
        <pc:sldMkLst>
          <pc:docMk/>
          <pc:sldMk cId="3606619586" sldId="355"/>
        </pc:sldMkLst>
      </pc:sldChg>
      <pc:sldChg chg="add del modNotesTx">
        <pc:chgData name="Shimaa Abdelmeguid" userId="47fd2e4c-d07d-4c27-b7bc-d96a4ea2e7cf" providerId="ADAL" clId="{13C3C948-E538-4E74-ABA6-FB3B14096097}" dt="2026-02-02T18:49:13.643" v="145" actId="6549"/>
        <pc:sldMkLst>
          <pc:docMk/>
          <pc:sldMk cId="1420345495" sldId="356"/>
        </pc:sldMkLst>
      </pc:sldChg>
      <pc:sldChg chg="add del modNotesTx">
        <pc:chgData name="Shimaa Abdelmeguid" userId="47fd2e4c-d07d-4c27-b7bc-d96a4ea2e7cf" providerId="ADAL" clId="{13C3C948-E538-4E74-ABA6-FB3B14096097}" dt="2026-02-02T18:47:47.972" v="123" actId="6549"/>
        <pc:sldMkLst>
          <pc:docMk/>
          <pc:sldMk cId="775602173" sldId="358"/>
        </pc:sldMkLst>
      </pc:sldChg>
      <pc:sldChg chg="add del modNotes modNotesTx">
        <pc:chgData name="Shimaa Abdelmeguid" userId="47fd2e4c-d07d-4c27-b7bc-d96a4ea2e7cf" providerId="ADAL" clId="{13C3C948-E538-4E74-ABA6-FB3B14096097}" dt="2026-02-02T18:47:51.095" v="124" actId="6549"/>
        <pc:sldMkLst>
          <pc:docMk/>
          <pc:sldMk cId="1673504293" sldId="365"/>
        </pc:sldMkLst>
      </pc:sldChg>
      <pc:sldChg chg="add del modNotes modNotesTx">
        <pc:chgData name="Shimaa Abdelmeguid" userId="47fd2e4c-d07d-4c27-b7bc-d96a4ea2e7cf" providerId="ADAL" clId="{13C3C948-E538-4E74-ABA6-FB3B14096097}" dt="2026-02-02T18:47:54.672" v="125" actId="6549"/>
        <pc:sldMkLst>
          <pc:docMk/>
          <pc:sldMk cId="871056423" sldId="366"/>
        </pc:sldMkLst>
      </pc:sldChg>
      <pc:sldChg chg="add del modNotes modNotesTx">
        <pc:chgData name="Shimaa Abdelmeguid" userId="47fd2e4c-d07d-4c27-b7bc-d96a4ea2e7cf" providerId="ADAL" clId="{13C3C948-E538-4E74-ABA6-FB3B14096097}" dt="2026-02-02T18:47:57.695" v="126" actId="6549"/>
        <pc:sldMkLst>
          <pc:docMk/>
          <pc:sldMk cId="2042262479" sldId="367"/>
        </pc:sldMkLst>
      </pc:sldChg>
      <pc:sldChg chg="add del modNotes modNotesTx">
        <pc:chgData name="Shimaa Abdelmeguid" userId="47fd2e4c-d07d-4c27-b7bc-d96a4ea2e7cf" providerId="ADAL" clId="{13C3C948-E538-4E74-ABA6-FB3B14096097}" dt="2026-02-02T18:48:01.252" v="127" actId="6549"/>
        <pc:sldMkLst>
          <pc:docMk/>
          <pc:sldMk cId="1726076218" sldId="368"/>
        </pc:sldMkLst>
      </pc:sldChg>
      <pc:sldChg chg="add del modNotesTx">
        <pc:chgData name="Shimaa Abdelmeguid" userId="47fd2e4c-d07d-4c27-b7bc-d96a4ea2e7cf" providerId="ADAL" clId="{13C3C948-E538-4E74-ABA6-FB3B14096097}" dt="2026-02-02T18:48:04.614" v="128" actId="6549"/>
        <pc:sldMkLst>
          <pc:docMk/>
          <pc:sldMk cId="2790173008" sldId="369"/>
        </pc:sldMkLst>
      </pc:sldChg>
      <pc:sldChg chg="add del modNotes modNotesTx">
        <pc:chgData name="Shimaa Abdelmeguid" userId="47fd2e4c-d07d-4c27-b7bc-d96a4ea2e7cf" providerId="ADAL" clId="{13C3C948-E538-4E74-ABA6-FB3B14096097}" dt="2026-02-02T18:48:07.824" v="129" actId="6549"/>
        <pc:sldMkLst>
          <pc:docMk/>
          <pc:sldMk cId="1186723185" sldId="370"/>
        </pc:sldMkLst>
      </pc:sldChg>
      <pc:sldChg chg="add del modNotes modNotesTx">
        <pc:chgData name="Shimaa Abdelmeguid" userId="47fd2e4c-d07d-4c27-b7bc-d96a4ea2e7cf" providerId="ADAL" clId="{13C3C948-E538-4E74-ABA6-FB3B14096097}" dt="2026-02-02T18:48:14.502" v="131" actId="6549"/>
        <pc:sldMkLst>
          <pc:docMk/>
          <pc:sldMk cId="598877174" sldId="371"/>
        </pc:sldMkLst>
      </pc:sldChg>
      <pc:sldChg chg="add del modNotesTx">
        <pc:chgData name="Shimaa Abdelmeguid" userId="47fd2e4c-d07d-4c27-b7bc-d96a4ea2e7cf" providerId="ADAL" clId="{13C3C948-E538-4E74-ABA6-FB3B14096097}" dt="2026-02-02T18:48:17.702" v="132" actId="6549"/>
        <pc:sldMkLst>
          <pc:docMk/>
          <pc:sldMk cId="830475239" sldId="372"/>
        </pc:sldMkLst>
      </pc:sldChg>
      <pc:sldChg chg="add del modNotesTx">
        <pc:chgData name="Shimaa Abdelmeguid" userId="47fd2e4c-d07d-4c27-b7bc-d96a4ea2e7cf" providerId="ADAL" clId="{13C3C948-E538-4E74-ABA6-FB3B14096097}" dt="2026-02-02T18:48:20.974" v="133" actId="6549"/>
        <pc:sldMkLst>
          <pc:docMk/>
          <pc:sldMk cId="2423206850" sldId="373"/>
        </pc:sldMkLst>
      </pc:sldChg>
      <pc:sldChg chg="add del modNotesTx">
        <pc:chgData name="Shimaa Abdelmeguid" userId="47fd2e4c-d07d-4c27-b7bc-d96a4ea2e7cf" providerId="ADAL" clId="{13C3C948-E538-4E74-ABA6-FB3B14096097}" dt="2026-02-02T18:48:24.683" v="134" actId="6549"/>
        <pc:sldMkLst>
          <pc:docMk/>
          <pc:sldMk cId="577089289" sldId="374"/>
        </pc:sldMkLst>
      </pc:sldChg>
      <pc:sldChg chg="add del modNotes modNotesTx">
        <pc:chgData name="Shimaa Abdelmeguid" userId="47fd2e4c-d07d-4c27-b7bc-d96a4ea2e7cf" providerId="ADAL" clId="{13C3C948-E538-4E74-ABA6-FB3B14096097}" dt="2026-02-02T18:48:28.071" v="135" actId="6549"/>
        <pc:sldMkLst>
          <pc:docMk/>
          <pc:sldMk cId="1240694350" sldId="375"/>
        </pc:sldMkLst>
      </pc:sldChg>
      <pc:sldChg chg="add del modNotes modNotesTx">
        <pc:chgData name="Shimaa Abdelmeguid" userId="47fd2e4c-d07d-4c27-b7bc-d96a4ea2e7cf" providerId="ADAL" clId="{13C3C948-E538-4E74-ABA6-FB3B14096097}" dt="2026-02-02T18:48:31.845" v="136" actId="6549"/>
        <pc:sldMkLst>
          <pc:docMk/>
          <pc:sldMk cId="2030395543" sldId="376"/>
        </pc:sldMkLst>
      </pc:sldChg>
      <pc:sldChg chg="add del modNotesTx">
        <pc:chgData name="Shimaa Abdelmeguid" userId="47fd2e4c-d07d-4c27-b7bc-d96a4ea2e7cf" providerId="ADAL" clId="{13C3C948-E538-4E74-ABA6-FB3B14096097}" dt="2026-02-02T18:48:35.201" v="137" actId="6549"/>
        <pc:sldMkLst>
          <pc:docMk/>
          <pc:sldMk cId="3532808645" sldId="377"/>
        </pc:sldMkLst>
      </pc:sldChg>
      <pc:sldChg chg="modNotes modNotesTx">
        <pc:chgData name="Shimaa Abdelmeguid" userId="47fd2e4c-d07d-4c27-b7bc-d96a4ea2e7cf" providerId="ADAL" clId="{13C3C948-E538-4E74-ABA6-FB3B14096097}" dt="2026-01-28T15:54:57.494" v="51" actId="27636"/>
        <pc:sldMkLst>
          <pc:docMk/>
          <pc:sldMk cId="1670292469" sldId="378"/>
        </pc:sldMkLst>
      </pc:sldChg>
      <pc:sldChg chg="modNotesTx">
        <pc:chgData name="Shimaa Abdelmeguid" userId="47fd2e4c-d07d-4c27-b7bc-d96a4ea2e7cf" providerId="ADAL" clId="{13C3C948-E538-4E74-ABA6-FB3B14096097}" dt="2026-01-26T19:01:52.018" v="9" actId="6549"/>
        <pc:sldMkLst>
          <pc:docMk/>
          <pc:sldMk cId="3743196010" sldId="380"/>
        </pc:sldMkLst>
      </pc:sldChg>
      <pc:sldChg chg="modNotes modNotesTx">
        <pc:chgData name="Shimaa Abdelmeguid" userId="47fd2e4c-d07d-4c27-b7bc-d96a4ea2e7cf" providerId="ADAL" clId="{13C3C948-E538-4E74-ABA6-FB3B14096097}" dt="2026-01-28T15:54:57.494" v="52" actId="27636"/>
        <pc:sldMkLst>
          <pc:docMk/>
          <pc:sldMk cId="3036408685" sldId="381"/>
        </pc:sldMkLst>
      </pc:sldChg>
      <pc:sldChg chg="add del modNotesTx">
        <pc:chgData name="Shimaa Abdelmeguid" userId="47fd2e4c-d07d-4c27-b7bc-d96a4ea2e7cf" providerId="ADAL" clId="{13C3C948-E538-4E74-ABA6-FB3B14096097}" dt="2026-01-28T15:55:28.645" v="71" actId="6549"/>
        <pc:sldMkLst>
          <pc:docMk/>
          <pc:sldMk cId="1007080811" sldId="382"/>
        </pc:sldMkLst>
      </pc:sldChg>
      <pc:sldChg chg="add del modNotesTx">
        <pc:chgData name="Shimaa Abdelmeguid" userId="47fd2e4c-d07d-4c27-b7bc-d96a4ea2e7cf" providerId="ADAL" clId="{13C3C948-E538-4E74-ABA6-FB3B14096097}" dt="2026-01-28T15:56:01.757" v="80" actId="6549"/>
        <pc:sldMkLst>
          <pc:docMk/>
          <pc:sldMk cId="501127493" sldId="383"/>
        </pc:sldMkLst>
      </pc:sldChg>
      <pc:sldChg chg="add del modNotes modNotesTx">
        <pc:chgData name="Shimaa Abdelmeguid" userId="47fd2e4c-d07d-4c27-b7bc-d96a4ea2e7cf" providerId="ADAL" clId="{13C3C948-E538-4E74-ABA6-FB3B14096097}" dt="2026-02-02T18:47:41.729" v="99" actId="27636"/>
        <pc:sldMkLst>
          <pc:docMk/>
          <pc:sldMk cId="3891492961" sldId="384"/>
        </pc:sldMkLst>
      </pc:sldChg>
      <pc:sldChg chg="add del modNotesTx">
        <pc:chgData name="Shimaa Abdelmeguid" userId="47fd2e4c-d07d-4c27-b7bc-d96a4ea2e7cf" providerId="ADAL" clId="{13C3C948-E538-4E74-ABA6-FB3B14096097}" dt="2026-01-28T15:56:07.796" v="82" actId="6549"/>
        <pc:sldMkLst>
          <pc:docMk/>
          <pc:sldMk cId="2107369606" sldId="385"/>
        </pc:sldMkLst>
      </pc:sldChg>
      <pc:sldChg chg="add del modNotesTx">
        <pc:chgData name="Shimaa Abdelmeguid" userId="47fd2e4c-d07d-4c27-b7bc-d96a4ea2e7cf" providerId="ADAL" clId="{13C3C948-E538-4E74-ABA6-FB3B14096097}" dt="2026-01-28T15:54:57.432" v="46"/>
        <pc:sldMkLst>
          <pc:docMk/>
          <pc:sldMk cId="3371123536" sldId="386"/>
        </pc:sldMkLst>
      </pc:sldChg>
      <pc:sldChg chg="add del modNotesTx">
        <pc:chgData name="Shimaa Abdelmeguid" userId="47fd2e4c-d07d-4c27-b7bc-d96a4ea2e7cf" providerId="ADAL" clId="{13C3C948-E538-4E74-ABA6-FB3B14096097}" dt="2026-01-28T15:56:12.602" v="83" actId="6549"/>
        <pc:sldMkLst>
          <pc:docMk/>
          <pc:sldMk cId="2911646379" sldId="387"/>
        </pc:sldMkLst>
      </pc:sldChg>
      <pc:sldChg chg="add del modNotes modNotesTx">
        <pc:chgData name="Shimaa Abdelmeguid" userId="47fd2e4c-d07d-4c27-b7bc-d96a4ea2e7cf" providerId="ADAL" clId="{13C3C948-E538-4E74-ABA6-FB3B14096097}" dt="2026-02-02T18:48:39.156" v="138" actId="6549"/>
        <pc:sldMkLst>
          <pc:docMk/>
          <pc:sldMk cId="1477966070" sldId="388"/>
        </pc:sldMkLst>
      </pc:sldChg>
      <pc:sldChg chg="add del modNotes modNotesTx">
        <pc:chgData name="Shimaa Abdelmeguid" userId="47fd2e4c-d07d-4c27-b7bc-d96a4ea2e7cf" providerId="ADAL" clId="{13C3C948-E538-4E74-ABA6-FB3B14096097}" dt="2026-02-02T18:48:42.726" v="139" actId="6549"/>
        <pc:sldMkLst>
          <pc:docMk/>
          <pc:sldMk cId="3002223797" sldId="389"/>
        </pc:sldMkLst>
      </pc:sldChg>
      <pc:sldChg chg="add del modNotesTx">
        <pc:chgData name="Shimaa Abdelmeguid" userId="47fd2e4c-d07d-4c27-b7bc-d96a4ea2e7cf" providerId="ADAL" clId="{13C3C948-E538-4E74-ABA6-FB3B14096097}" dt="2026-02-02T18:48:46.039" v="140" actId="6549"/>
        <pc:sldMkLst>
          <pc:docMk/>
          <pc:sldMk cId="3604491601" sldId="390"/>
        </pc:sldMkLst>
      </pc:sldChg>
      <pc:sldChg chg="add del modNotesTx">
        <pc:chgData name="Shimaa Abdelmeguid" userId="47fd2e4c-d07d-4c27-b7bc-d96a4ea2e7cf" providerId="ADAL" clId="{13C3C948-E538-4E74-ABA6-FB3B14096097}" dt="2026-02-02T18:48:49.048" v="141" actId="6549"/>
        <pc:sldMkLst>
          <pc:docMk/>
          <pc:sldMk cId="74181069" sldId="391"/>
        </pc:sldMkLst>
      </pc:sldChg>
      <pc:sldChg chg="add del modNotes modNotesTx">
        <pc:chgData name="Shimaa Abdelmeguid" userId="47fd2e4c-d07d-4c27-b7bc-d96a4ea2e7cf" providerId="ADAL" clId="{13C3C948-E538-4E74-ABA6-FB3B14096097}" dt="2026-02-02T18:48:52.137" v="142" actId="6549"/>
        <pc:sldMkLst>
          <pc:docMk/>
          <pc:sldMk cId="3902827572" sldId="392"/>
        </pc:sldMkLst>
      </pc:sldChg>
      <pc:sldChg chg="add del modNotesTx">
        <pc:chgData name="Shimaa Abdelmeguid" userId="47fd2e4c-d07d-4c27-b7bc-d96a4ea2e7cf" providerId="ADAL" clId="{13C3C948-E538-4E74-ABA6-FB3B14096097}" dt="2026-02-02T18:48:55.225" v="143" actId="6549"/>
        <pc:sldMkLst>
          <pc:docMk/>
          <pc:sldMk cId="152194109" sldId="393"/>
        </pc:sldMkLst>
      </pc:sldChg>
      <pc:sldChg chg="add del modNotesTx">
        <pc:chgData name="Shimaa Abdelmeguid" userId="47fd2e4c-d07d-4c27-b7bc-d96a4ea2e7cf" providerId="ADAL" clId="{13C3C948-E538-4E74-ABA6-FB3B14096097}" dt="2026-02-02T18:48:58.472" v="144" actId="6549"/>
        <pc:sldMkLst>
          <pc:docMk/>
          <pc:sldMk cId="226900112" sldId="394"/>
        </pc:sldMkLst>
      </pc:sldChg>
      <pc:sldChg chg="add del modNotes modNotesTx">
        <pc:chgData name="Shimaa Abdelmeguid" userId="47fd2e4c-d07d-4c27-b7bc-d96a4ea2e7cf" providerId="ADAL" clId="{13C3C948-E538-4E74-ABA6-FB3B14096097}" dt="2026-02-02T18:47:41.729" v="102" actId="27636"/>
        <pc:sldMkLst>
          <pc:docMk/>
          <pc:sldMk cId="2531927789" sldId="395"/>
        </pc:sldMkLst>
      </pc:sldChg>
      <pc:sldChg chg="add del modNotes modNotesTx">
        <pc:chgData name="Shimaa Abdelmeguid" userId="47fd2e4c-d07d-4c27-b7bc-d96a4ea2e7cf" providerId="ADAL" clId="{13C3C948-E538-4E74-ABA6-FB3B14096097}" dt="2026-02-02T18:47:41.729" v="103" actId="27636"/>
        <pc:sldMkLst>
          <pc:docMk/>
          <pc:sldMk cId="90547053" sldId="396"/>
        </pc:sldMkLst>
      </pc:sldChg>
      <pc:sldChg chg="add del modNotes modNotesTx">
        <pc:chgData name="Shimaa Abdelmeguid" userId="47fd2e4c-d07d-4c27-b7bc-d96a4ea2e7cf" providerId="ADAL" clId="{13C3C948-E538-4E74-ABA6-FB3B14096097}" dt="2026-02-02T18:47:41.729" v="104" actId="27636"/>
        <pc:sldMkLst>
          <pc:docMk/>
          <pc:sldMk cId="270165613" sldId="397"/>
        </pc:sldMkLst>
      </pc:sldChg>
      <pc:sldChg chg="add del modNotes modNotesTx">
        <pc:chgData name="Shimaa Abdelmeguid" userId="47fd2e4c-d07d-4c27-b7bc-d96a4ea2e7cf" providerId="ADAL" clId="{13C3C948-E538-4E74-ABA6-FB3B14096097}" dt="2026-02-02T18:47:41.729" v="101" actId="27636"/>
        <pc:sldMkLst>
          <pc:docMk/>
          <pc:sldMk cId="672866641" sldId="398"/>
        </pc:sldMkLst>
      </pc:sldChg>
      <pc:sldChg chg="add del modNotesTx">
        <pc:chgData name="Shimaa Abdelmeguid" userId="47fd2e4c-d07d-4c27-b7bc-d96a4ea2e7cf" providerId="ADAL" clId="{13C3C948-E538-4E74-ABA6-FB3B14096097}" dt="2026-02-02T18:49:59.364" v="155" actId="6549"/>
        <pc:sldMkLst>
          <pc:docMk/>
          <pc:sldMk cId="3152130912" sldId="399"/>
        </pc:sldMkLst>
      </pc:sldChg>
      <pc:sldChg chg="add del">
        <pc:chgData name="Shimaa Abdelmeguid" userId="47fd2e4c-d07d-4c27-b7bc-d96a4ea2e7cf" providerId="ADAL" clId="{13C3C948-E538-4E74-ABA6-FB3B14096097}" dt="2026-02-02T18:47:41.635" v="92"/>
        <pc:sldMkLst>
          <pc:docMk/>
          <pc:sldMk cId="410089195" sldId="400"/>
        </pc:sldMkLst>
      </pc:sldChg>
      <pc:sldChg chg="modNotes modNotesTx">
        <pc:chgData name="Shimaa Abdelmeguid" userId="47fd2e4c-d07d-4c27-b7bc-d96a4ea2e7cf" providerId="ADAL" clId="{13C3C948-E538-4E74-ABA6-FB3B14096097}" dt="2026-01-28T15:54:57.486" v="47" actId="27636"/>
        <pc:sldMkLst>
          <pc:docMk/>
          <pc:sldMk cId="3481053321" sldId="401"/>
        </pc:sldMkLst>
      </pc:sldChg>
      <pc:sldChg chg="modNotes modNotesTx">
        <pc:chgData name="Shimaa Abdelmeguid" userId="47fd2e4c-d07d-4c27-b7bc-d96a4ea2e7cf" providerId="ADAL" clId="{13C3C948-E538-4E74-ABA6-FB3B14096097}" dt="2026-01-28T15:54:57.494" v="54" actId="27636"/>
        <pc:sldMkLst>
          <pc:docMk/>
          <pc:sldMk cId="2741333130" sldId="402"/>
        </pc:sldMkLst>
      </pc:sldChg>
      <pc:sldChg chg="add modNotesTx">
        <pc:chgData name="Shimaa Abdelmeguid" userId="47fd2e4c-d07d-4c27-b7bc-d96a4ea2e7cf" providerId="ADAL" clId="{13C3C948-E538-4E74-ABA6-FB3B14096097}" dt="2026-01-28T15:55:39.890" v="74" actId="6549"/>
        <pc:sldMkLst>
          <pc:docMk/>
          <pc:sldMk cId="4237812680" sldId="403"/>
        </pc:sldMkLst>
      </pc:sldChg>
      <pc:sldChg chg="add modNotesTx">
        <pc:chgData name="Shimaa Abdelmeguid" userId="47fd2e4c-d07d-4c27-b7bc-d96a4ea2e7cf" providerId="ADAL" clId="{13C3C948-E538-4E74-ABA6-FB3B14096097}" dt="2026-01-28T15:56:28.676" v="86" actId="6549"/>
        <pc:sldMkLst>
          <pc:docMk/>
          <pc:sldMk cId="3797596937" sldId="404"/>
        </pc:sldMkLst>
      </pc:sldChg>
      <pc:sldChg chg="add modNotesTx">
        <pc:chgData name="Shimaa Abdelmeguid" userId="47fd2e4c-d07d-4c27-b7bc-d96a4ea2e7cf" providerId="ADAL" clId="{13C3C948-E538-4E74-ABA6-FB3B14096097}" dt="2026-01-28T15:56:31.691" v="87" actId="6549"/>
        <pc:sldMkLst>
          <pc:docMk/>
          <pc:sldMk cId="1020939536" sldId="405"/>
        </pc:sldMkLst>
      </pc:sldChg>
      <pc:sldChg chg="add modNotes modNotesTx">
        <pc:chgData name="Shimaa Abdelmeguid" userId="47fd2e4c-d07d-4c27-b7bc-d96a4ea2e7cf" providerId="ADAL" clId="{13C3C948-E538-4E74-ABA6-FB3B14096097}" dt="2026-02-02T18:48:11.195" v="130" actId="6549"/>
        <pc:sldMkLst>
          <pc:docMk/>
          <pc:sldMk cId="3447920272" sldId="40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a:t>
            </a:fld>
            <a:endParaRPr lang="en-US"/>
          </a:p>
        </p:txBody>
      </p:sp>
    </p:spTree>
    <p:extLst>
      <p:ext uri="{BB962C8B-B14F-4D97-AF65-F5344CB8AC3E}">
        <p14:creationId xmlns:p14="http://schemas.microsoft.com/office/powerpoint/2010/main" val="389351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a:t>
            </a:fld>
            <a:endParaRPr lang="en-US"/>
          </a:p>
        </p:txBody>
      </p:sp>
    </p:spTree>
    <p:extLst>
      <p:ext uri="{BB962C8B-B14F-4D97-AF65-F5344CB8AC3E}">
        <p14:creationId xmlns:p14="http://schemas.microsoft.com/office/powerpoint/2010/main" val="2756085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a:t>
            </a:fld>
            <a:endParaRPr lang="en-US"/>
          </a:p>
        </p:txBody>
      </p:sp>
    </p:spTree>
    <p:extLst>
      <p:ext uri="{BB962C8B-B14F-4D97-AF65-F5344CB8AC3E}">
        <p14:creationId xmlns:p14="http://schemas.microsoft.com/office/powerpoint/2010/main" val="2428481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a:t>
            </a:fld>
            <a:endParaRPr lang="en-US"/>
          </a:p>
        </p:txBody>
      </p:sp>
    </p:spTree>
    <p:extLst>
      <p:ext uri="{BB962C8B-B14F-4D97-AF65-F5344CB8AC3E}">
        <p14:creationId xmlns:p14="http://schemas.microsoft.com/office/powerpoint/2010/main" val="3877976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a:t>
            </a:fld>
            <a:endParaRPr lang="en-US"/>
          </a:p>
        </p:txBody>
      </p:sp>
    </p:spTree>
    <p:extLst>
      <p:ext uri="{BB962C8B-B14F-4D97-AF65-F5344CB8AC3E}">
        <p14:creationId xmlns:p14="http://schemas.microsoft.com/office/powerpoint/2010/main" val="63533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a:t>
            </a:fld>
            <a:endParaRPr lang="en-US"/>
          </a:p>
        </p:txBody>
      </p:sp>
    </p:spTree>
    <p:extLst>
      <p:ext uri="{BB962C8B-B14F-4D97-AF65-F5344CB8AC3E}">
        <p14:creationId xmlns:p14="http://schemas.microsoft.com/office/powerpoint/2010/main" val="1109821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a:t>
            </a:fld>
            <a:endParaRPr lang="en-US"/>
          </a:p>
        </p:txBody>
      </p:sp>
    </p:spTree>
    <p:extLst>
      <p:ext uri="{BB962C8B-B14F-4D97-AF65-F5344CB8AC3E}">
        <p14:creationId xmlns:p14="http://schemas.microsoft.com/office/powerpoint/2010/main" val="550958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a:t>
            </a:fld>
            <a:endParaRPr lang="en-US"/>
          </a:p>
        </p:txBody>
      </p:sp>
    </p:spTree>
    <p:extLst>
      <p:ext uri="{BB962C8B-B14F-4D97-AF65-F5344CB8AC3E}">
        <p14:creationId xmlns:p14="http://schemas.microsoft.com/office/powerpoint/2010/main" val="3034698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9</a:t>
            </a:fld>
            <a:endParaRPr lang="en-US"/>
          </a:p>
        </p:txBody>
      </p:sp>
    </p:spTree>
    <p:extLst>
      <p:ext uri="{BB962C8B-B14F-4D97-AF65-F5344CB8AC3E}">
        <p14:creationId xmlns:p14="http://schemas.microsoft.com/office/powerpoint/2010/main" val="1728164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11</a:t>
            </a:fld>
            <a:endParaRPr lang="en-US"/>
          </a:p>
        </p:txBody>
      </p:sp>
    </p:spTree>
    <p:extLst>
      <p:ext uri="{BB962C8B-B14F-4D97-AF65-F5344CB8AC3E}">
        <p14:creationId xmlns:p14="http://schemas.microsoft.com/office/powerpoint/2010/main" val="511061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12</a:t>
            </a:fld>
            <a:endParaRPr lang="en-US"/>
          </a:p>
        </p:txBody>
      </p:sp>
    </p:spTree>
    <p:extLst>
      <p:ext uri="{BB962C8B-B14F-4D97-AF65-F5344CB8AC3E}">
        <p14:creationId xmlns:p14="http://schemas.microsoft.com/office/powerpoint/2010/main" val="1560971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13</a:t>
            </a:fld>
            <a:endParaRPr lang="en-US"/>
          </a:p>
        </p:txBody>
      </p:sp>
    </p:spTree>
    <p:extLst>
      <p:ext uri="{BB962C8B-B14F-4D97-AF65-F5344CB8AC3E}">
        <p14:creationId xmlns:p14="http://schemas.microsoft.com/office/powerpoint/2010/main" val="4245858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14</a:t>
            </a:fld>
            <a:endParaRPr lang="en-US"/>
          </a:p>
        </p:txBody>
      </p:sp>
    </p:spTree>
    <p:extLst>
      <p:ext uri="{BB962C8B-B14F-4D97-AF65-F5344CB8AC3E}">
        <p14:creationId xmlns:p14="http://schemas.microsoft.com/office/powerpoint/2010/main" val="2932790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CB9F6-289C-859A-6414-491427B56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EDF81-5A7B-B62F-9958-3386AF4C6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49D8E-CB2A-4FD2-89DA-52D4C593817F}"/>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76316579-1016-F910-F1FB-896C717BBA47}"/>
              </a:ext>
            </a:extLst>
          </p:cNvPr>
          <p:cNvSpPr>
            <a:spLocks noGrp="1"/>
          </p:cNvSpPr>
          <p:nvPr>
            <p:ph type="sldNum" sz="quarter" idx="5"/>
          </p:nvPr>
        </p:nvSpPr>
        <p:spPr/>
        <p:txBody>
          <a:bodyPr/>
          <a:lstStyle/>
          <a:p>
            <a:pPr>
              <a:defRPr/>
            </a:pPr>
            <a:fld id="{460DBBD1-181E-744E-89E7-45F0EE4D9123}" type="slidenum">
              <a:rPr lang="en-US" smtClean="0"/>
              <a:pPr>
                <a:defRPr/>
              </a:pPr>
              <a:t>15</a:t>
            </a:fld>
            <a:endParaRPr lang="en-US"/>
          </a:p>
        </p:txBody>
      </p:sp>
    </p:spTree>
    <p:extLst>
      <p:ext uri="{BB962C8B-B14F-4D97-AF65-F5344CB8AC3E}">
        <p14:creationId xmlns:p14="http://schemas.microsoft.com/office/powerpoint/2010/main" val="1464052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16</a:t>
            </a:fld>
            <a:endParaRPr lang="en-US"/>
          </a:p>
        </p:txBody>
      </p:sp>
    </p:spTree>
    <p:extLst>
      <p:ext uri="{BB962C8B-B14F-4D97-AF65-F5344CB8AC3E}">
        <p14:creationId xmlns:p14="http://schemas.microsoft.com/office/powerpoint/2010/main" val="1108844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18</a:t>
            </a:fld>
            <a:endParaRPr lang="en-US"/>
          </a:p>
        </p:txBody>
      </p:sp>
    </p:spTree>
    <p:extLst>
      <p:ext uri="{BB962C8B-B14F-4D97-AF65-F5344CB8AC3E}">
        <p14:creationId xmlns:p14="http://schemas.microsoft.com/office/powerpoint/2010/main" val="2970410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19</a:t>
            </a:fld>
            <a:endParaRPr lang="en-US"/>
          </a:p>
        </p:txBody>
      </p:sp>
    </p:spTree>
    <p:extLst>
      <p:ext uri="{BB962C8B-B14F-4D97-AF65-F5344CB8AC3E}">
        <p14:creationId xmlns:p14="http://schemas.microsoft.com/office/powerpoint/2010/main" val="420080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20</a:t>
            </a:fld>
            <a:endParaRPr lang="en-US"/>
          </a:p>
        </p:txBody>
      </p:sp>
    </p:spTree>
    <p:extLst>
      <p:ext uri="{BB962C8B-B14F-4D97-AF65-F5344CB8AC3E}">
        <p14:creationId xmlns:p14="http://schemas.microsoft.com/office/powerpoint/2010/main" val="4204620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21</a:t>
            </a:fld>
            <a:endParaRPr lang="en-US"/>
          </a:p>
        </p:txBody>
      </p:sp>
    </p:spTree>
    <p:extLst>
      <p:ext uri="{BB962C8B-B14F-4D97-AF65-F5344CB8AC3E}">
        <p14:creationId xmlns:p14="http://schemas.microsoft.com/office/powerpoint/2010/main" val="1012024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22</a:t>
            </a:fld>
            <a:endParaRPr lang="en-US"/>
          </a:p>
        </p:txBody>
      </p:sp>
    </p:spTree>
    <p:extLst>
      <p:ext uri="{BB962C8B-B14F-4D97-AF65-F5344CB8AC3E}">
        <p14:creationId xmlns:p14="http://schemas.microsoft.com/office/powerpoint/2010/main" val="1030607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23</a:t>
            </a:fld>
            <a:endParaRPr lang="en-US"/>
          </a:p>
        </p:txBody>
      </p:sp>
    </p:spTree>
    <p:extLst>
      <p:ext uri="{BB962C8B-B14F-4D97-AF65-F5344CB8AC3E}">
        <p14:creationId xmlns:p14="http://schemas.microsoft.com/office/powerpoint/2010/main" val="4038459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24</a:t>
            </a:fld>
            <a:endParaRPr lang="en-US"/>
          </a:p>
        </p:txBody>
      </p:sp>
    </p:spTree>
    <p:extLst>
      <p:ext uri="{BB962C8B-B14F-4D97-AF65-F5344CB8AC3E}">
        <p14:creationId xmlns:p14="http://schemas.microsoft.com/office/powerpoint/2010/main" val="23332510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25</a:t>
            </a:fld>
            <a:endParaRPr lang="en-US"/>
          </a:p>
        </p:txBody>
      </p:sp>
    </p:spTree>
    <p:extLst>
      <p:ext uri="{BB962C8B-B14F-4D97-AF65-F5344CB8AC3E}">
        <p14:creationId xmlns:p14="http://schemas.microsoft.com/office/powerpoint/2010/main" val="14668070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26</a:t>
            </a:fld>
            <a:endParaRPr lang="en-US"/>
          </a:p>
        </p:txBody>
      </p:sp>
    </p:spTree>
    <p:extLst>
      <p:ext uri="{BB962C8B-B14F-4D97-AF65-F5344CB8AC3E}">
        <p14:creationId xmlns:p14="http://schemas.microsoft.com/office/powerpoint/2010/main" val="664390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27</a:t>
            </a:fld>
            <a:endParaRPr lang="en-US"/>
          </a:p>
        </p:txBody>
      </p:sp>
    </p:spTree>
    <p:extLst>
      <p:ext uri="{BB962C8B-B14F-4D97-AF65-F5344CB8AC3E}">
        <p14:creationId xmlns:p14="http://schemas.microsoft.com/office/powerpoint/2010/main" val="23007262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28</a:t>
            </a:fld>
            <a:endParaRPr lang="en-US"/>
          </a:p>
        </p:txBody>
      </p:sp>
    </p:spTree>
    <p:extLst>
      <p:ext uri="{BB962C8B-B14F-4D97-AF65-F5344CB8AC3E}">
        <p14:creationId xmlns:p14="http://schemas.microsoft.com/office/powerpoint/2010/main" val="3519532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29</a:t>
            </a:fld>
            <a:endParaRPr lang="en-US"/>
          </a:p>
        </p:txBody>
      </p:sp>
    </p:spTree>
    <p:extLst>
      <p:ext uri="{BB962C8B-B14F-4D97-AF65-F5344CB8AC3E}">
        <p14:creationId xmlns:p14="http://schemas.microsoft.com/office/powerpoint/2010/main" val="42082877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30</a:t>
            </a:fld>
            <a:endParaRPr lang="en-US"/>
          </a:p>
        </p:txBody>
      </p:sp>
    </p:spTree>
    <p:extLst>
      <p:ext uri="{BB962C8B-B14F-4D97-AF65-F5344CB8AC3E}">
        <p14:creationId xmlns:p14="http://schemas.microsoft.com/office/powerpoint/2010/main" val="3816866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31</a:t>
            </a:fld>
            <a:endParaRPr lang="en-US"/>
          </a:p>
        </p:txBody>
      </p:sp>
    </p:spTree>
    <p:extLst>
      <p:ext uri="{BB962C8B-B14F-4D97-AF65-F5344CB8AC3E}">
        <p14:creationId xmlns:p14="http://schemas.microsoft.com/office/powerpoint/2010/main" val="33953632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32</a:t>
            </a:fld>
            <a:endParaRPr lang="en-US"/>
          </a:p>
        </p:txBody>
      </p:sp>
    </p:spTree>
    <p:extLst>
      <p:ext uri="{BB962C8B-B14F-4D97-AF65-F5344CB8AC3E}">
        <p14:creationId xmlns:p14="http://schemas.microsoft.com/office/powerpoint/2010/main" val="1110951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33</a:t>
            </a:fld>
            <a:endParaRPr lang="en-US"/>
          </a:p>
        </p:txBody>
      </p:sp>
    </p:spTree>
    <p:extLst>
      <p:ext uri="{BB962C8B-B14F-4D97-AF65-F5344CB8AC3E}">
        <p14:creationId xmlns:p14="http://schemas.microsoft.com/office/powerpoint/2010/main" val="1708642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ED77-D31C-D54A-194E-118240672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AD4E0-A94A-E80D-F38B-FA79D640A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774AE-9029-0F05-1E0A-22AC4DE75E61}"/>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A63B9F46-775E-101B-EA78-A5FF73687165}"/>
              </a:ext>
            </a:extLst>
          </p:cNvPr>
          <p:cNvSpPr>
            <a:spLocks noGrp="1"/>
          </p:cNvSpPr>
          <p:nvPr>
            <p:ph type="sldNum" sz="quarter" idx="5"/>
          </p:nvPr>
        </p:nvSpPr>
        <p:spPr/>
        <p:txBody>
          <a:bodyPr/>
          <a:lstStyle/>
          <a:p>
            <a:pPr>
              <a:defRPr/>
            </a:pPr>
            <a:fld id="{460DBBD1-181E-744E-89E7-45F0EE4D9123}" type="slidenum">
              <a:rPr lang="en-US" smtClean="0"/>
              <a:pPr>
                <a:defRPr/>
              </a:pPr>
              <a:t>34</a:t>
            </a:fld>
            <a:endParaRPr lang="en-US"/>
          </a:p>
        </p:txBody>
      </p:sp>
    </p:spTree>
    <p:extLst>
      <p:ext uri="{BB962C8B-B14F-4D97-AF65-F5344CB8AC3E}">
        <p14:creationId xmlns:p14="http://schemas.microsoft.com/office/powerpoint/2010/main" val="95154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35</a:t>
            </a:fld>
            <a:endParaRPr lang="en-US"/>
          </a:p>
        </p:txBody>
      </p:sp>
    </p:spTree>
    <p:extLst>
      <p:ext uri="{BB962C8B-B14F-4D97-AF65-F5344CB8AC3E}">
        <p14:creationId xmlns:p14="http://schemas.microsoft.com/office/powerpoint/2010/main" val="37013295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36</a:t>
            </a:fld>
            <a:endParaRPr lang="en-US"/>
          </a:p>
        </p:txBody>
      </p:sp>
    </p:spTree>
    <p:extLst>
      <p:ext uri="{BB962C8B-B14F-4D97-AF65-F5344CB8AC3E}">
        <p14:creationId xmlns:p14="http://schemas.microsoft.com/office/powerpoint/2010/main" val="20824376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37</a:t>
            </a:fld>
            <a:endParaRPr lang="en-US"/>
          </a:p>
        </p:txBody>
      </p:sp>
    </p:spTree>
    <p:extLst>
      <p:ext uri="{BB962C8B-B14F-4D97-AF65-F5344CB8AC3E}">
        <p14:creationId xmlns:p14="http://schemas.microsoft.com/office/powerpoint/2010/main" val="23402268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38</a:t>
            </a:fld>
            <a:endParaRPr lang="en-US"/>
          </a:p>
        </p:txBody>
      </p:sp>
    </p:spTree>
    <p:extLst>
      <p:ext uri="{BB962C8B-B14F-4D97-AF65-F5344CB8AC3E}">
        <p14:creationId xmlns:p14="http://schemas.microsoft.com/office/powerpoint/2010/main" val="2425451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39</a:t>
            </a:fld>
            <a:endParaRPr lang="en-US"/>
          </a:p>
        </p:txBody>
      </p:sp>
    </p:spTree>
    <p:extLst>
      <p:ext uri="{BB962C8B-B14F-4D97-AF65-F5344CB8AC3E}">
        <p14:creationId xmlns:p14="http://schemas.microsoft.com/office/powerpoint/2010/main" val="5682297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40</a:t>
            </a:fld>
            <a:endParaRPr lang="en-US"/>
          </a:p>
        </p:txBody>
      </p:sp>
    </p:spTree>
    <p:extLst>
      <p:ext uri="{BB962C8B-B14F-4D97-AF65-F5344CB8AC3E}">
        <p14:creationId xmlns:p14="http://schemas.microsoft.com/office/powerpoint/2010/main" val="18660537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41</a:t>
            </a:fld>
            <a:endParaRPr lang="en-US"/>
          </a:p>
        </p:txBody>
      </p:sp>
    </p:spTree>
    <p:extLst>
      <p:ext uri="{BB962C8B-B14F-4D97-AF65-F5344CB8AC3E}">
        <p14:creationId xmlns:p14="http://schemas.microsoft.com/office/powerpoint/2010/main" val="5035778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42</a:t>
            </a:fld>
            <a:endParaRPr lang="en-US"/>
          </a:p>
        </p:txBody>
      </p:sp>
    </p:spTree>
    <p:extLst>
      <p:ext uri="{BB962C8B-B14F-4D97-AF65-F5344CB8AC3E}">
        <p14:creationId xmlns:p14="http://schemas.microsoft.com/office/powerpoint/2010/main" val="20391670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43</a:t>
            </a:fld>
            <a:endParaRPr lang="en-US"/>
          </a:p>
        </p:txBody>
      </p:sp>
    </p:spTree>
    <p:extLst>
      <p:ext uri="{BB962C8B-B14F-4D97-AF65-F5344CB8AC3E}">
        <p14:creationId xmlns:p14="http://schemas.microsoft.com/office/powerpoint/2010/main" val="21490106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44</a:t>
            </a:fld>
            <a:endParaRPr lang="en-US"/>
          </a:p>
        </p:txBody>
      </p:sp>
    </p:spTree>
    <p:extLst>
      <p:ext uri="{BB962C8B-B14F-4D97-AF65-F5344CB8AC3E}">
        <p14:creationId xmlns:p14="http://schemas.microsoft.com/office/powerpoint/2010/main" val="5151577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45</a:t>
            </a:fld>
            <a:endParaRPr lang="en-US"/>
          </a:p>
        </p:txBody>
      </p:sp>
    </p:spTree>
    <p:extLst>
      <p:ext uri="{BB962C8B-B14F-4D97-AF65-F5344CB8AC3E}">
        <p14:creationId xmlns:p14="http://schemas.microsoft.com/office/powerpoint/2010/main" val="37787896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46</a:t>
            </a:fld>
            <a:endParaRPr lang="en-US"/>
          </a:p>
        </p:txBody>
      </p:sp>
    </p:spTree>
    <p:extLst>
      <p:ext uri="{BB962C8B-B14F-4D97-AF65-F5344CB8AC3E}">
        <p14:creationId xmlns:p14="http://schemas.microsoft.com/office/powerpoint/2010/main" val="28846671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47</a:t>
            </a:fld>
            <a:endParaRPr lang="en-US"/>
          </a:p>
        </p:txBody>
      </p:sp>
    </p:spTree>
    <p:extLst>
      <p:ext uri="{BB962C8B-B14F-4D97-AF65-F5344CB8AC3E}">
        <p14:creationId xmlns:p14="http://schemas.microsoft.com/office/powerpoint/2010/main" val="14344801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F6698-7679-1BF7-4CF1-C86BA14E0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F29AB-2B41-F961-8FB7-938285ED8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0F4D1-57BF-5F65-61EC-F9A657FBD6E8}"/>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87712AE3-AC9C-2957-0700-5D28713628DF}"/>
              </a:ext>
            </a:extLst>
          </p:cNvPr>
          <p:cNvSpPr>
            <a:spLocks noGrp="1"/>
          </p:cNvSpPr>
          <p:nvPr>
            <p:ph type="sldNum" sz="quarter" idx="5"/>
          </p:nvPr>
        </p:nvSpPr>
        <p:spPr/>
        <p:txBody>
          <a:bodyPr/>
          <a:lstStyle/>
          <a:p>
            <a:pPr>
              <a:defRPr/>
            </a:pPr>
            <a:fld id="{460DBBD1-181E-744E-89E7-45F0EE4D9123}" type="slidenum">
              <a:rPr lang="en-US" smtClean="0"/>
              <a:pPr>
                <a:defRPr/>
              </a:pPr>
              <a:t>48</a:t>
            </a:fld>
            <a:endParaRPr lang="en-US"/>
          </a:p>
        </p:txBody>
      </p:sp>
    </p:spTree>
    <p:extLst>
      <p:ext uri="{BB962C8B-B14F-4D97-AF65-F5344CB8AC3E}">
        <p14:creationId xmlns:p14="http://schemas.microsoft.com/office/powerpoint/2010/main" val="42927578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A9498-515A-BD56-D5AD-4D9547199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65661-E131-CD2B-AF61-40460BF80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1035D-4114-3BF6-40BC-DC41C4751B49}"/>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FBE1FF16-FAA4-ADC0-5079-5F774B843DC7}"/>
              </a:ext>
            </a:extLst>
          </p:cNvPr>
          <p:cNvSpPr>
            <a:spLocks noGrp="1"/>
          </p:cNvSpPr>
          <p:nvPr>
            <p:ph type="sldNum" sz="quarter" idx="5"/>
          </p:nvPr>
        </p:nvSpPr>
        <p:spPr/>
        <p:txBody>
          <a:bodyPr/>
          <a:lstStyle/>
          <a:p>
            <a:pPr>
              <a:defRPr/>
            </a:pPr>
            <a:fld id="{460DBBD1-181E-744E-89E7-45F0EE4D9123}" type="slidenum">
              <a:rPr lang="en-US" smtClean="0"/>
              <a:pPr>
                <a:defRPr/>
              </a:pPr>
              <a:t>49</a:t>
            </a:fld>
            <a:endParaRPr lang="en-US"/>
          </a:p>
        </p:txBody>
      </p:sp>
    </p:spTree>
    <p:extLst>
      <p:ext uri="{BB962C8B-B14F-4D97-AF65-F5344CB8AC3E}">
        <p14:creationId xmlns:p14="http://schemas.microsoft.com/office/powerpoint/2010/main" val="40847099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50</a:t>
            </a:fld>
            <a:endParaRPr lang="en-US"/>
          </a:p>
        </p:txBody>
      </p:sp>
    </p:spTree>
    <p:extLst>
      <p:ext uri="{BB962C8B-B14F-4D97-AF65-F5344CB8AC3E}">
        <p14:creationId xmlns:p14="http://schemas.microsoft.com/office/powerpoint/2010/main" val="3536415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51</a:t>
            </a:fld>
            <a:endParaRPr lang="en-US"/>
          </a:p>
        </p:txBody>
      </p:sp>
    </p:spTree>
    <p:extLst>
      <p:ext uri="{BB962C8B-B14F-4D97-AF65-F5344CB8AC3E}">
        <p14:creationId xmlns:p14="http://schemas.microsoft.com/office/powerpoint/2010/main" val="29181716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52</a:t>
            </a:fld>
            <a:endParaRPr lang="en-US"/>
          </a:p>
        </p:txBody>
      </p:sp>
    </p:spTree>
    <p:extLst>
      <p:ext uri="{BB962C8B-B14F-4D97-AF65-F5344CB8AC3E}">
        <p14:creationId xmlns:p14="http://schemas.microsoft.com/office/powerpoint/2010/main" val="36480766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53</a:t>
            </a:fld>
            <a:endParaRPr lang="en-US"/>
          </a:p>
        </p:txBody>
      </p:sp>
    </p:spTree>
    <p:extLst>
      <p:ext uri="{BB962C8B-B14F-4D97-AF65-F5344CB8AC3E}">
        <p14:creationId xmlns:p14="http://schemas.microsoft.com/office/powerpoint/2010/main" val="22568139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54</a:t>
            </a:fld>
            <a:endParaRPr lang="en-US"/>
          </a:p>
        </p:txBody>
      </p:sp>
    </p:spTree>
    <p:extLst>
      <p:ext uri="{BB962C8B-B14F-4D97-AF65-F5344CB8AC3E}">
        <p14:creationId xmlns:p14="http://schemas.microsoft.com/office/powerpoint/2010/main" val="1443172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55</a:t>
            </a:fld>
            <a:endParaRPr lang="en-US"/>
          </a:p>
        </p:txBody>
      </p:sp>
    </p:spTree>
    <p:extLst>
      <p:ext uri="{BB962C8B-B14F-4D97-AF65-F5344CB8AC3E}">
        <p14:creationId xmlns:p14="http://schemas.microsoft.com/office/powerpoint/2010/main" val="24615122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56</a:t>
            </a:fld>
            <a:endParaRPr lang="en-US"/>
          </a:p>
        </p:txBody>
      </p:sp>
    </p:spTree>
    <p:extLst>
      <p:ext uri="{BB962C8B-B14F-4D97-AF65-F5344CB8AC3E}">
        <p14:creationId xmlns:p14="http://schemas.microsoft.com/office/powerpoint/2010/main" val="23294489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57</a:t>
            </a:fld>
            <a:endParaRPr lang="en-US"/>
          </a:p>
        </p:txBody>
      </p:sp>
    </p:spTree>
    <p:extLst>
      <p:ext uri="{BB962C8B-B14F-4D97-AF65-F5344CB8AC3E}">
        <p14:creationId xmlns:p14="http://schemas.microsoft.com/office/powerpoint/2010/main" val="23446483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58</a:t>
            </a:fld>
            <a:endParaRPr lang="en-US"/>
          </a:p>
        </p:txBody>
      </p:sp>
    </p:spTree>
    <p:extLst>
      <p:ext uri="{BB962C8B-B14F-4D97-AF65-F5344CB8AC3E}">
        <p14:creationId xmlns:p14="http://schemas.microsoft.com/office/powerpoint/2010/main" val="37482235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59</a:t>
            </a:fld>
            <a:endParaRPr lang="en-US"/>
          </a:p>
        </p:txBody>
      </p:sp>
    </p:spTree>
    <p:extLst>
      <p:ext uri="{BB962C8B-B14F-4D97-AF65-F5344CB8AC3E}">
        <p14:creationId xmlns:p14="http://schemas.microsoft.com/office/powerpoint/2010/main" val="42777830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C150D-5FBF-40A0-85CA-D5D3047B0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F1146-63DF-E10C-D6D2-5CD19EA99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881DD-5E1E-5380-9E9F-1854E7E69B49}"/>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136BAEC7-3A21-EA11-FC63-638D3D4A53F2}"/>
              </a:ext>
            </a:extLst>
          </p:cNvPr>
          <p:cNvSpPr>
            <a:spLocks noGrp="1"/>
          </p:cNvSpPr>
          <p:nvPr>
            <p:ph type="sldNum" sz="quarter" idx="5"/>
          </p:nvPr>
        </p:nvSpPr>
        <p:spPr/>
        <p:txBody>
          <a:bodyPr/>
          <a:lstStyle/>
          <a:p>
            <a:pPr>
              <a:defRPr/>
            </a:pPr>
            <a:fld id="{460DBBD1-181E-744E-89E7-45F0EE4D9123}" type="slidenum">
              <a:rPr lang="en-US" smtClean="0"/>
              <a:pPr>
                <a:defRPr/>
              </a:pPr>
              <a:t>60</a:t>
            </a:fld>
            <a:endParaRPr lang="en-US"/>
          </a:p>
        </p:txBody>
      </p:sp>
    </p:spTree>
    <p:extLst>
      <p:ext uri="{BB962C8B-B14F-4D97-AF65-F5344CB8AC3E}">
        <p14:creationId xmlns:p14="http://schemas.microsoft.com/office/powerpoint/2010/main" val="33297718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61</a:t>
            </a:fld>
            <a:endParaRPr lang="en-US"/>
          </a:p>
        </p:txBody>
      </p:sp>
    </p:spTree>
    <p:extLst>
      <p:ext uri="{BB962C8B-B14F-4D97-AF65-F5344CB8AC3E}">
        <p14:creationId xmlns:p14="http://schemas.microsoft.com/office/powerpoint/2010/main" val="18466840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62</a:t>
            </a:fld>
            <a:endParaRPr lang="en-US"/>
          </a:p>
        </p:txBody>
      </p:sp>
    </p:spTree>
    <p:extLst>
      <p:ext uri="{BB962C8B-B14F-4D97-AF65-F5344CB8AC3E}">
        <p14:creationId xmlns:p14="http://schemas.microsoft.com/office/powerpoint/2010/main" val="386843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63</a:t>
            </a:fld>
            <a:endParaRPr lang="en-US"/>
          </a:p>
        </p:txBody>
      </p:sp>
    </p:spTree>
    <p:extLst>
      <p:ext uri="{BB962C8B-B14F-4D97-AF65-F5344CB8AC3E}">
        <p14:creationId xmlns:p14="http://schemas.microsoft.com/office/powerpoint/2010/main" val="616807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64</a:t>
            </a:fld>
            <a:endParaRPr lang="en-US"/>
          </a:p>
        </p:txBody>
      </p:sp>
    </p:spTree>
    <p:extLst>
      <p:ext uri="{BB962C8B-B14F-4D97-AF65-F5344CB8AC3E}">
        <p14:creationId xmlns:p14="http://schemas.microsoft.com/office/powerpoint/2010/main" val="15369995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65</a:t>
            </a:fld>
            <a:endParaRPr lang="en-US"/>
          </a:p>
        </p:txBody>
      </p:sp>
    </p:spTree>
    <p:extLst>
      <p:ext uri="{BB962C8B-B14F-4D97-AF65-F5344CB8AC3E}">
        <p14:creationId xmlns:p14="http://schemas.microsoft.com/office/powerpoint/2010/main" val="6011991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66</a:t>
            </a:fld>
            <a:endParaRPr lang="en-US"/>
          </a:p>
        </p:txBody>
      </p:sp>
    </p:spTree>
    <p:extLst>
      <p:ext uri="{BB962C8B-B14F-4D97-AF65-F5344CB8AC3E}">
        <p14:creationId xmlns:p14="http://schemas.microsoft.com/office/powerpoint/2010/main" val="37349564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67</a:t>
            </a:fld>
            <a:endParaRPr lang="en-US"/>
          </a:p>
        </p:txBody>
      </p:sp>
    </p:spTree>
    <p:extLst>
      <p:ext uri="{BB962C8B-B14F-4D97-AF65-F5344CB8AC3E}">
        <p14:creationId xmlns:p14="http://schemas.microsoft.com/office/powerpoint/2010/main" val="16128332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68</a:t>
            </a:fld>
            <a:endParaRPr lang="en-US"/>
          </a:p>
        </p:txBody>
      </p:sp>
    </p:spTree>
    <p:extLst>
      <p:ext uri="{BB962C8B-B14F-4D97-AF65-F5344CB8AC3E}">
        <p14:creationId xmlns:p14="http://schemas.microsoft.com/office/powerpoint/2010/main" val="13453559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69</a:t>
            </a:fld>
            <a:endParaRPr lang="en-US"/>
          </a:p>
        </p:txBody>
      </p:sp>
    </p:spTree>
    <p:extLst>
      <p:ext uri="{BB962C8B-B14F-4D97-AF65-F5344CB8AC3E}">
        <p14:creationId xmlns:p14="http://schemas.microsoft.com/office/powerpoint/2010/main" val="23253484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70</a:t>
            </a:fld>
            <a:endParaRPr lang="en-US"/>
          </a:p>
        </p:txBody>
      </p:sp>
    </p:spTree>
    <p:extLst>
      <p:ext uri="{BB962C8B-B14F-4D97-AF65-F5344CB8AC3E}">
        <p14:creationId xmlns:p14="http://schemas.microsoft.com/office/powerpoint/2010/main" val="38041952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71</a:t>
            </a:fld>
            <a:endParaRPr lang="en-US"/>
          </a:p>
        </p:txBody>
      </p:sp>
    </p:spTree>
    <p:extLst>
      <p:ext uri="{BB962C8B-B14F-4D97-AF65-F5344CB8AC3E}">
        <p14:creationId xmlns:p14="http://schemas.microsoft.com/office/powerpoint/2010/main" val="15403282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72</a:t>
            </a:fld>
            <a:endParaRPr lang="en-US"/>
          </a:p>
        </p:txBody>
      </p:sp>
    </p:spTree>
    <p:extLst>
      <p:ext uri="{BB962C8B-B14F-4D97-AF65-F5344CB8AC3E}">
        <p14:creationId xmlns:p14="http://schemas.microsoft.com/office/powerpoint/2010/main" val="33408114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73</a:t>
            </a:fld>
            <a:endParaRPr lang="en-US"/>
          </a:p>
        </p:txBody>
      </p:sp>
    </p:spTree>
    <p:extLst>
      <p:ext uri="{BB962C8B-B14F-4D97-AF65-F5344CB8AC3E}">
        <p14:creationId xmlns:p14="http://schemas.microsoft.com/office/powerpoint/2010/main" val="33719257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74</a:t>
            </a:fld>
            <a:endParaRPr lang="en-US"/>
          </a:p>
        </p:txBody>
      </p:sp>
    </p:spTree>
    <p:extLst>
      <p:ext uri="{BB962C8B-B14F-4D97-AF65-F5344CB8AC3E}">
        <p14:creationId xmlns:p14="http://schemas.microsoft.com/office/powerpoint/2010/main" val="7257635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75</a:t>
            </a:fld>
            <a:endParaRPr lang="en-US"/>
          </a:p>
        </p:txBody>
      </p:sp>
    </p:spTree>
    <p:extLst>
      <p:ext uri="{BB962C8B-B14F-4D97-AF65-F5344CB8AC3E}">
        <p14:creationId xmlns:p14="http://schemas.microsoft.com/office/powerpoint/2010/main" val="32915474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76</a:t>
            </a:fld>
            <a:endParaRPr lang="en-US"/>
          </a:p>
        </p:txBody>
      </p:sp>
    </p:spTree>
    <p:extLst>
      <p:ext uri="{BB962C8B-B14F-4D97-AF65-F5344CB8AC3E}">
        <p14:creationId xmlns:p14="http://schemas.microsoft.com/office/powerpoint/2010/main" val="11288814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77</a:t>
            </a:fld>
            <a:endParaRPr lang="en-US"/>
          </a:p>
        </p:txBody>
      </p:sp>
    </p:spTree>
    <p:extLst>
      <p:ext uri="{BB962C8B-B14F-4D97-AF65-F5344CB8AC3E}">
        <p14:creationId xmlns:p14="http://schemas.microsoft.com/office/powerpoint/2010/main" val="32666975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78</a:t>
            </a:fld>
            <a:endParaRPr lang="en-US"/>
          </a:p>
        </p:txBody>
      </p:sp>
    </p:spTree>
    <p:extLst>
      <p:ext uri="{BB962C8B-B14F-4D97-AF65-F5344CB8AC3E}">
        <p14:creationId xmlns:p14="http://schemas.microsoft.com/office/powerpoint/2010/main" val="178318911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79</a:t>
            </a:fld>
            <a:endParaRPr lang="en-US"/>
          </a:p>
        </p:txBody>
      </p:sp>
    </p:spTree>
    <p:extLst>
      <p:ext uri="{BB962C8B-B14F-4D97-AF65-F5344CB8AC3E}">
        <p14:creationId xmlns:p14="http://schemas.microsoft.com/office/powerpoint/2010/main" val="302364539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80</a:t>
            </a:fld>
            <a:endParaRPr lang="en-US"/>
          </a:p>
        </p:txBody>
      </p:sp>
    </p:spTree>
    <p:extLst>
      <p:ext uri="{BB962C8B-B14F-4D97-AF65-F5344CB8AC3E}">
        <p14:creationId xmlns:p14="http://schemas.microsoft.com/office/powerpoint/2010/main" val="8803594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81</a:t>
            </a:fld>
            <a:endParaRPr lang="en-US"/>
          </a:p>
        </p:txBody>
      </p:sp>
    </p:spTree>
    <p:extLst>
      <p:ext uri="{BB962C8B-B14F-4D97-AF65-F5344CB8AC3E}">
        <p14:creationId xmlns:p14="http://schemas.microsoft.com/office/powerpoint/2010/main" val="181247040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82</a:t>
            </a:fld>
            <a:endParaRPr lang="en-US"/>
          </a:p>
        </p:txBody>
      </p:sp>
    </p:spTree>
    <p:extLst>
      <p:ext uri="{BB962C8B-B14F-4D97-AF65-F5344CB8AC3E}">
        <p14:creationId xmlns:p14="http://schemas.microsoft.com/office/powerpoint/2010/main" val="23253942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83</a:t>
            </a:fld>
            <a:endParaRPr lang="en-US"/>
          </a:p>
        </p:txBody>
      </p:sp>
    </p:spTree>
    <p:extLst>
      <p:ext uri="{BB962C8B-B14F-4D97-AF65-F5344CB8AC3E}">
        <p14:creationId xmlns:p14="http://schemas.microsoft.com/office/powerpoint/2010/main" val="80847618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84</a:t>
            </a:fld>
            <a:endParaRPr lang="en-US"/>
          </a:p>
        </p:txBody>
      </p:sp>
    </p:spTree>
    <p:extLst>
      <p:ext uri="{BB962C8B-B14F-4D97-AF65-F5344CB8AC3E}">
        <p14:creationId xmlns:p14="http://schemas.microsoft.com/office/powerpoint/2010/main" val="350469988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85</a:t>
            </a:fld>
            <a:endParaRPr lang="en-US"/>
          </a:p>
        </p:txBody>
      </p:sp>
    </p:spTree>
    <p:extLst>
      <p:ext uri="{BB962C8B-B14F-4D97-AF65-F5344CB8AC3E}">
        <p14:creationId xmlns:p14="http://schemas.microsoft.com/office/powerpoint/2010/main" val="435751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86</a:t>
            </a:fld>
            <a:endParaRPr lang="en-US"/>
          </a:p>
        </p:txBody>
      </p:sp>
    </p:spTree>
    <p:extLst>
      <p:ext uri="{BB962C8B-B14F-4D97-AF65-F5344CB8AC3E}">
        <p14:creationId xmlns:p14="http://schemas.microsoft.com/office/powerpoint/2010/main" val="316056338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endParaRPr lang="en-CA"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87</a:t>
            </a:fld>
            <a:endParaRPr lang="en-US"/>
          </a:p>
        </p:txBody>
      </p:sp>
    </p:spTree>
    <p:extLst>
      <p:ext uri="{BB962C8B-B14F-4D97-AF65-F5344CB8AC3E}">
        <p14:creationId xmlns:p14="http://schemas.microsoft.com/office/powerpoint/2010/main" val="1332787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plus.pearson.com/products/6d0b135d-03a5-484f-8dfb-c8ce2675ce6f/pages/glossary.xhtml#key-a0952d0e-2bcb-5590-a9c1-59a4056affc2"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5.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4 – Requirements Engineering</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Functional and non-functional requirements</a:t>
            </a:r>
            <a:endParaRPr lang="en-GB" dirty="0"/>
          </a:p>
          <a:p>
            <a:r>
              <a:rPr lang="en-US" dirty="0"/>
              <a:t>Requirements engineering processes</a:t>
            </a:r>
          </a:p>
          <a:p>
            <a:r>
              <a:rPr lang="en-US" dirty="0"/>
              <a:t>Requirements elicitation</a:t>
            </a:r>
            <a:endParaRPr lang="en-GB" dirty="0"/>
          </a:p>
          <a:p>
            <a:r>
              <a:rPr lang="en-US" dirty="0"/>
              <a:t>Requirements </a:t>
            </a:r>
            <a:r>
              <a:rPr lang="en-GB" dirty="0"/>
              <a:t>specification</a:t>
            </a:r>
          </a:p>
          <a:p>
            <a:r>
              <a:rPr lang="en-US" dirty="0"/>
              <a:t>Requirements validation</a:t>
            </a:r>
            <a:endParaRPr lang="en-GB" dirty="0"/>
          </a:p>
          <a:p>
            <a:r>
              <a:rPr lang="en-US" dirty="0"/>
              <a:t>Requirements change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xfrm>
            <a:off x="179512" y="1685499"/>
            <a:ext cx="9217024" cy="5121275"/>
          </a:xfrm>
          <a:noFill/>
          <a:ln/>
        </p:spPr>
        <p:txBody>
          <a:bodyPr lIns="90487" tIns="44450" rIns="90487" bIns="44450"/>
          <a:lstStyle/>
          <a:p>
            <a:r>
              <a:rPr lang="en-US" i="1" dirty="0"/>
              <a:t>Requirements engineering is the process of identifying and defining </a:t>
            </a:r>
            <a:r>
              <a:rPr lang="en-US" b="1" i="1" dirty="0"/>
              <a:t>what services a system must provide</a:t>
            </a:r>
            <a:r>
              <a:rPr lang="en-US" i="1" dirty="0"/>
              <a:t> and the </a:t>
            </a:r>
            <a:r>
              <a:rPr lang="en-US" b="1" i="1" dirty="0"/>
              <a:t>constraints</a:t>
            </a:r>
            <a:r>
              <a:rPr lang="en-US" i="1" dirty="0"/>
              <a:t> under which the system must operate and be developed.</a:t>
            </a:r>
            <a:endParaRPr lang="en-US" dirty="0"/>
          </a:p>
          <a:p>
            <a:pPr lvl="1"/>
            <a:r>
              <a:rPr lang="en-US" i="1" dirty="0"/>
              <a:t>These constraints may include technical limitations, budget, schedule, standards, legal requirements, or organizational policies.</a:t>
            </a:r>
            <a:endParaRPr lang="en-US" dirty="0"/>
          </a:p>
          <a:p>
            <a:pPr lvl="1"/>
            <a:r>
              <a:rPr lang="en-US" i="1" dirty="0"/>
              <a:t>During the requirements engineering process, we analyze stakeholder needs and transform them into </a:t>
            </a:r>
            <a:r>
              <a:rPr lang="en-US" b="1" i="1" dirty="0"/>
              <a:t>system requirements</a:t>
            </a:r>
            <a:r>
              <a:rPr lang="en-US" i="1" dirty="0"/>
              <a:t>.</a:t>
            </a:r>
            <a:endParaRPr lang="en-US" dirty="0"/>
          </a:p>
          <a:p>
            <a:r>
              <a:rPr lang="en-US" i="1" dirty="0"/>
              <a:t>System requirements are formal descriptions of the system’s services and constraints, and they act as a </a:t>
            </a:r>
            <a:r>
              <a:rPr lang="en-US" b="1" i="1" dirty="0"/>
              <a:t>contract</a:t>
            </a:r>
            <a:r>
              <a:rPr lang="en-US" i="1" dirty="0"/>
              <a:t> between stakeholders and developers.</a:t>
            </a:r>
            <a:endParaRPr lang="en-US" dirty="0"/>
          </a:p>
          <a:p>
            <a:endParaRPr lang="en-GB"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C759-C6E7-42C5-7700-686CD972C8AA}"/>
              </a:ext>
            </a:extLst>
          </p:cNvPr>
          <p:cNvSpPr>
            <a:spLocks noGrp="1"/>
          </p:cNvSpPr>
          <p:nvPr>
            <p:ph type="title"/>
          </p:nvPr>
        </p:nvSpPr>
        <p:spPr/>
        <p:txBody>
          <a:bodyPr/>
          <a:lstStyle/>
          <a:p>
            <a:r>
              <a:rPr lang="en-GB" dirty="0"/>
              <a:t>What is a requirement?</a:t>
            </a:r>
            <a:endParaRPr lang="en-CA" dirty="0"/>
          </a:p>
        </p:txBody>
      </p:sp>
      <p:sp>
        <p:nvSpPr>
          <p:cNvPr id="3" name="Content Placeholder 2">
            <a:extLst>
              <a:ext uri="{FF2B5EF4-FFF2-40B4-BE49-F238E27FC236}">
                <a16:creationId xmlns:a16="http://schemas.microsoft.com/office/drawing/2014/main" id="{5CF8ACCF-A8A1-C71C-7B20-BDD6201085A7}"/>
              </a:ext>
            </a:extLst>
          </p:cNvPr>
          <p:cNvSpPr>
            <a:spLocks noGrp="1"/>
          </p:cNvSpPr>
          <p:nvPr>
            <p:ph idx="1"/>
          </p:nvPr>
        </p:nvSpPr>
        <p:spPr/>
        <p:txBody>
          <a:bodyPr/>
          <a:lstStyle/>
          <a:p>
            <a:r>
              <a:rPr lang="en-US" sz="2000" dirty="0"/>
              <a:t>A </a:t>
            </a:r>
            <a:r>
              <a:rPr lang="en-US" sz="2000" b="1" dirty="0"/>
              <a:t>requirement</a:t>
            </a:r>
            <a:r>
              <a:rPr lang="en-US" sz="2000" dirty="0"/>
              <a:t> is </a:t>
            </a:r>
            <a:r>
              <a:rPr lang="en-US" sz="2000" b="1" dirty="0"/>
              <a:t>a statement describing what a system should do</a:t>
            </a:r>
            <a:r>
              <a:rPr lang="en-US" sz="2000" dirty="0"/>
              <a:t> or </a:t>
            </a:r>
            <a:r>
              <a:rPr lang="en-US" sz="2000" b="1" dirty="0"/>
              <a:t>a constraint on how it should operate</a:t>
            </a:r>
            <a:r>
              <a:rPr lang="en-US" sz="2000" dirty="0"/>
              <a:t>.</a:t>
            </a:r>
          </a:p>
          <a:p>
            <a:r>
              <a:rPr lang="en-US" sz="2000" dirty="0"/>
              <a:t>But the </a:t>
            </a:r>
            <a:r>
              <a:rPr lang="en-US" sz="2000" b="1" dirty="0"/>
              <a:t>form</a:t>
            </a:r>
            <a:r>
              <a:rPr lang="en-US" sz="2000" dirty="0"/>
              <a:t> of a requirement can vary:</a:t>
            </a:r>
          </a:p>
          <a:p>
            <a:pPr lvl="1"/>
            <a:r>
              <a:rPr lang="en-US" sz="1800" dirty="0"/>
              <a:t>It might be </a:t>
            </a:r>
            <a:r>
              <a:rPr lang="en-US" sz="1800" b="1" dirty="0"/>
              <a:t>high-level and abstract</a:t>
            </a:r>
            <a:r>
              <a:rPr lang="en-US" sz="1800" dirty="0"/>
              <a:t>, like </a:t>
            </a:r>
            <a:r>
              <a:rPr lang="en-US" sz="1800" i="1" dirty="0"/>
              <a:t>“The system should improve customer satisfaction.”</a:t>
            </a:r>
            <a:endParaRPr lang="en-US" sz="1800" dirty="0"/>
          </a:p>
          <a:p>
            <a:pPr lvl="1"/>
            <a:r>
              <a:rPr lang="en-US" sz="1800" dirty="0"/>
              <a:t>Or </a:t>
            </a:r>
            <a:r>
              <a:rPr lang="en-US" sz="1800" b="1" dirty="0"/>
              <a:t>very detailed and technical</a:t>
            </a:r>
            <a:r>
              <a:rPr lang="en-US" sz="1800" dirty="0"/>
              <a:t>, like </a:t>
            </a:r>
            <a:r>
              <a:rPr lang="en-US" sz="1800" i="1" dirty="0"/>
              <a:t>“The system shall calculate the total bill using the formula X within 0.5 seconds.”</a:t>
            </a:r>
            <a:endParaRPr lang="en-US" sz="1800" dirty="0"/>
          </a:p>
          <a:p>
            <a:r>
              <a:rPr lang="en-GB" sz="2000" dirty="0"/>
              <a:t>Requirements may serve a dual function:</a:t>
            </a:r>
          </a:p>
          <a:p>
            <a:pPr lvl="1"/>
            <a:r>
              <a:rPr lang="en-US" sz="1800" dirty="0"/>
              <a:t>Basis for a bid for </a:t>
            </a:r>
            <a:r>
              <a:rPr lang="en-GB" sz="1800" dirty="0"/>
              <a:t>a contract - therefore must be open to interpretation, like </a:t>
            </a:r>
            <a:r>
              <a:rPr lang="en-US" sz="1800" i="1" dirty="0"/>
              <a:t>“The system should support online ordering.”</a:t>
            </a:r>
            <a:endParaRPr lang="en-US" sz="1800" dirty="0"/>
          </a:p>
          <a:p>
            <a:pPr lvl="1"/>
            <a:r>
              <a:rPr lang="en-GB" sz="1800" dirty="0"/>
              <a:t>Basis for the contract itself - therefore must be defined in detail; like </a:t>
            </a:r>
            <a:r>
              <a:rPr lang="en-US" sz="1800" i="1" dirty="0"/>
              <a:t>“The system shall allow users to place online orders for up to 100 items per transaction, with confirmation sent within 3 seconds.”</a:t>
            </a:r>
            <a:endParaRPr lang="en-US" sz="1800" dirty="0"/>
          </a:p>
          <a:p>
            <a:endParaRPr lang="en-CA" sz="2000" dirty="0"/>
          </a:p>
          <a:p>
            <a:pPr lvl="1"/>
            <a:endParaRPr lang="en-GB" sz="1800" dirty="0"/>
          </a:p>
          <a:p>
            <a:pPr lvl="1"/>
            <a:endParaRPr lang="en-US" sz="1800" b="1" dirty="0"/>
          </a:p>
          <a:p>
            <a:endParaRPr lang="en-CA" sz="2000" dirty="0"/>
          </a:p>
        </p:txBody>
      </p:sp>
      <p:sp>
        <p:nvSpPr>
          <p:cNvPr id="4" name="Date Placeholder 3">
            <a:extLst>
              <a:ext uri="{FF2B5EF4-FFF2-40B4-BE49-F238E27FC236}">
                <a16:creationId xmlns:a16="http://schemas.microsoft.com/office/drawing/2014/main" id="{E46AE86C-D855-BB1C-CDE3-82D61783C2ED}"/>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32518EDD-24C0-0963-A1A3-3C450CDF263A}"/>
              </a:ext>
            </a:extLst>
          </p:cNvPr>
          <p:cNvSpPr>
            <a:spLocks noGrp="1"/>
          </p:cNvSpPr>
          <p:nvPr>
            <p:ph type="ftr" sz="quarter" idx="11"/>
          </p:nvPr>
        </p:nvSpPr>
        <p:spPr/>
        <p:txBody>
          <a:bodyPr/>
          <a:lstStyle/>
          <a:p>
            <a:pPr>
              <a:defRPr/>
            </a:pPr>
            <a:r>
              <a:rPr lang="en-US"/>
              <a:t>Chapter 4 Requirements Engineering</a:t>
            </a:r>
          </a:p>
        </p:txBody>
      </p:sp>
      <p:sp>
        <p:nvSpPr>
          <p:cNvPr id="6" name="Slide Number Placeholder 5">
            <a:extLst>
              <a:ext uri="{FF2B5EF4-FFF2-40B4-BE49-F238E27FC236}">
                <a16:creationId xmlns:a16="http://schemas.microsoft.com/office/drawing/2014/main" id="{C8647526-5880-7F7D-778D-215F3A0CE8FD}"/>
              </a:ext>
            </a:extLst>
          </p:cNvPr>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Tree>
    <p:extLst>
      <p:ext uri="{BB962C8B-B14F-4D97-AF65-F5344CB8AC3E}">
        <p14:creationId xmlns:p14="http://schemas.microsoft.com/office/powerpoint/2010/main" val="3481053321"/>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8" name="Footer Placeholder 7"/>
          <p:cNvSpPr>
            <a:spLocks noGrp="1"/>
          </p:cNvSpPr>
          <p:nvPr>
            <p:ph type="ftr" sz="quarter" idx="11"/>
          </p:nvPr>
        </p:nvSpPr>
        <p:spPr/>
        <p:txBody>
          <a:bodyPr/>
          <a:lstStyle/>
          <a:p>
            <a:pPr>
              <a:defRPr/>
            </a:pPr>
            <a:r>
              <a:rPr lang="en-US"/>
              <a:t>Chapter 4 Requirements Engineering</a:t>
            </a: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6" name="Rectangle 5"/>
          <p:cNvSpPr/>
          <p:nvPr/>
        </p:nvSpPr>
        <p:spPr>
          <a:xfrm>
            <a:off x="457200" y="2132856"/>
            <a:ext cx="8305800" cy="2862322"/>
          </a:xfrm>
          <a:prstGeom prst="rect">
            <a:avLst/>
          </a:prstGeom>
        </p:spPr>
        <p:txBody>
          <a:bodyPr wrap="square">
            <a:spAutoFit/>
          </a:bodyPr>
          <a:lstStyle/>
          <a:p>
            <a:r>
              <a:rPr lang="en-US" sz="2000" dirty="0">
                <a:solidFill>
                  <a:srgbClr val="000000"/>
                </a:solidFill>
                <a:latin typeface="Arial"/>
                <a:ea typeface="Times New Roman"/>
                <a:cs typeface="Arial"/>
              </a:rPr>
              <a:t>“If a company wishes to let a contract for a large software development project, it must define </a:t>
            </a:r>
            <a:r>
              <a:rPr lang="en-US" sz="2000" b="1" dirty="0">
                <a:solidFill>
                  <a:srgbClr val="000000"/>
                </a:solidFill>
                <a:latin typeface="Arial"/>
                <a:ea typeface="Times New Roman"/>
                <a:cs typeface="Arial"/>
              </a:rPr>
              <a:t>its needs </a:t>
            </a:r>
            <a:r>
              <a:rPr lang="en-US" sz="2000" dirty="0">
                <a:solidFill>
                  <a:srgbClr val="000000"/>
                </a:solidFill>
                <a:latin typeface="Arial"/>
                <a:ea typeface="Times New Roman"/>
                <a:cs typeface="Arial"/>
              </a:rPr>
              <a:t>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2" name="Picture 1" descr="4.1 UserSysReq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pic>
        <p:nvPicPr>
          <p:cNvPr id="4" name="Picture 3" descr="4.2 ReqReaders.eps"/>
          <p:cNvPicPr>
            <a:picLocks noChangeAspect="1"/>
          </p:cNvPicPr>
          <p:nvPr/>
        </p:nvPicPr>
        <p:blipFill>
          <a:blip r:embed="rId3"/>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stakeholders</a:t>
            </a:r>
          </a:p>
        </p:txBody>
      </p:sp>
      <p:sp>
        <p:nvSpPr>
          <p:cNvPr id="3" name="Content Placeholder 2"/>
          <p:cNvSpPr>
            <a:spLocks noGrp="1"/>
          </p:cNvSpPr>
          <p:nvPr>
            <p:ph idx="1"/>
          </p:nvPr>
        </p:nvSpPr>
        <p:spPr/>
        <p:txBody>
          <a:bodyPr/>
          <a:lstStyle/>
          <a:p>
            <a:r>
              <a:rPr lang="en-US" sz="1800" dirty="0"/>
              <a:t>Any person or organization who </a:t>
            </a:r>
            <a:r>
              <a:rPr lang="en-US" sz="1800" b="1" dirty="0"/>
              <a:t>is affected by the system in some way</a:t>
            </a:r>
            <a:r>
              <a:rPr lang="en-US" sz="1800" dirty="0"/>
              <a:t> and therefore has a legitimate interest in it.</a:t>
            </a:r>
          </a:p>
          <a:p>
            <a:r>
              <a:rPr lang="en-US" sz="1800" dirty="0"/>
              <a:t>Different stakeholders often have </a:t>
            </a:r>
            <a:r>
              <a:rPr lang="en-US" sz="1800" b="1" dirty="0"/>
              <a:t>different goals and priorities</a:t>
            </a:r>
            <a:r>
              <a:rPr lang="en-US" sz="1800" dirty="0"/>
              <a:t>, which can sometimes conflict.</a:t>
            </a:r>
          </a:p>
          <a:p>
            <a:r>
              <a:rPr lang="en-US" sz="1800" dirty="0"/>
              <a:t>Understanding who the stakeholders are is essential in requirements engineering, because requirements must reflect </a:t>
            </a:r>
            <a:r>
              <a:rPr lang="en-US" sz="1800" b="1" dirty="0"/>
              <a:t>all relevant perspectives</a:t>
            </a:r>
            <a:r>
              <a:rPr lang="en-US" sz="1800" dirty="0"/>
              <a:t>, not just those of developers.</a:t>
            </a:r>
          </a:p>
          <a:p>
            <a:r>
              <a:rPr lang="en-US" sz="1800" dirty="0"/>
              <a:t>Stakeholder types</a:t>
            </a:r>
          </a:p>
          <a:p>
            <a:pPr lvl="1"/>
            <a:r>
              <a:rPr lang="en-US" sz="1600" dirty="0"/>
              <a:t>End users</a:t>
            </a:r>
          </a:p>
          <a:p>
            <a:pPr lvl="1"/>
            <a:r>
              <a:rPr lang="en-US" sz="1600" dirty="0"/>
              <a:t>System managers</a:t>
            </a:r>
          </a:p>
          <a:p>
            <a:pPr lvl="1"/>
            <a:r>
              <a:rPr lang="en-US" sz="1600" dirty="0"/>
              <a:t>System owners</a:t>
            </a:r>
          </a:p>
          <a:p>
            <a:pPr lvl="1"/>
            <a:r>
              <a:rPr lang="en-US" sz="1600" dirty="0"/>
              <a:t>External stakeholders</a:t>
            </a:r>
          </a:p>
          <a:p>
            <a:r>
              <a:rPr lang="en-US" sz="1800" dirty="0"/>
              <a:t>Identifying all stakeholder types helps ensure that requirements are </a:t>
            </a:r>
            <a:r>
              <a:rPr lang="en-US" sz="1800" b="1" dirty="0"/>
              <a:t>complete, balanced, and realistic</a:t>
            </a:r>
            <a:r>
              <a:rPr lang="en-US" sz="1800" dirty="0"/>
              <a:t>.</a:t>
            </a:r>
          </a:p>
          <a:p>
            <a:pPr lvl="1"/>
            <a:endParaRPr lang="en-US" sz="16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a:xfrm>
            <a:off x="457200" y="1600200"/>
            <a:ext cx="8507288" cy="4525963"/>
          </a:xfrm>
        </p:spPr>
        <p:txBody>
          <a:bodyPr/>
          <a:lstStyle/>
          <a:p>
            <a:r>
              <a:rPr lang="en-US" b="1" dirty="0"/>
              <a:t>Patients</a:t>
            </a:r>
            <a:r>
              <a:rPr lang="en-US" b="1" i="1" dirty="0"/>
              <a:t> </a:t>
            </a:r>
            <a:r>
              <a:rPr lang="en-US" dirty="0"/>
              <a:t>whose information is recorded in the system.</a:t>
            </a:r>
            <a:endParaRPr lang="en-GB" dirty="0"/>
          </a:p>
          <a:p>
            <a:r>
              <a:rPr lang="en-US" b="1" dirty="0"/>
              <a:t>Doctors</a:t>
            </a:r>
            <a:r>
              <a:rPr lang="en-US" i="1" dirty="0"/>
              <a:t> </a:t>
            </a:r>
            <a:r>
              <a:rPr lang="en-US" dirty="0"/>
              <a:t>who are responsible for assessing and treating patients.</a:t>
            </a:r>
            <a:endParaRPr lang="en-GB" dirty="0"/>
          </a:p>
          <a:p>
            <a:r>
              <a:rPr lang="en-US" b="1" dirty="0"/>
              <a:t>Nurses</a:t>
            </a:r>
            <a:r>
              <a:rPr lang="en-US" dirty="0"/>
              <a:t> who coordinate the consultations with doctors and administer some treatments.</a:t>
            </a:r>
            <a:endParaRPr lang="en-GB" dirty="0"/>
          </a:p>
          <a:p>
            <a:r>
              <a:rPr lang="en-US" b="1" dirty="0"/>
              <a:t>Medical receptionists</a:t>
            </a:r>
            <a:r>
              <a:rPr lang="en-US" b="1" i="1" dirty="0"/>
              <a:t> </a:t>
            </a:r>
            <a:r>
              <a:rPr lang="en-US" dirty="0"/>
              <a:t>who manage patients’ appointments.</a:t>
            </a:r>
            <a:endParaRPr lang="en-GB" dirty="0"/>
          </a:p>
          <a:p>
            <a:r>
              <a:rPr lang="en-US" b="1" dirty="0"/>
              <a:t>IT staff </a:t>
            </a:r>
            <a:r>
              <a:rPr lang="en-US" dirty="0"/>
              <a:t>who are responsible for installing and maintaining the system.</a:t>
            </a:r>
            <a:endParaRPr lang="en-GB" dirty="0"/>
          </a:p>
          <a:p>
            <a:pPr>
              <a:buNone/>
            </a:pPr>
            <a:r>
              <a:rPr lang="en-US" dirty="0"/>
              <a:t>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b="1" dirty="0"/>
              <a:t>A medical ethics manager </a:t>
            </a:r>
            <a:r>
              <a:rPr lang="en-US" dirty="0"/>
              <a:t>who must ensure that the system meets current ethical guidelines for patient care.</a:t>
            </a:r>
            <a:endParaRPr lang="en-GB" dirty="0"/>
          </a:p>
          <a:p>
            <a:r>
              <a:rPr lang="en-US" b="1" dirty="0"/>
              <a:t>Health care managers</a:t>
            </a:r>
            <a:r>
              <a:rPr lang="en-US" b="1" i="1" dirty="0"/>
              <a:t> </a:t>
            </a:r>
            <a:r>
              <a:rPr lang="en-US" dirty="0"/>
              <a:t>who obtain management information from the system.</a:t>
            </a:r>
            <a:endParaRPr lang="en-GB" dirty="0"/>
          </a:p>
          <a:p>
            <a:r>
              <a:rPr lang="en-US" b="1" dirty="0"/>
              <a:t>Medical records staff</a:t>
            </a:r>
            <a:r>
              <a:rPr lang="en-US" b="1"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p:txBody>
          <a:bodyPr/>
          <a:lstStyle/>
          <a:p>
            <a:r>
              <a:rPr lang="en-US" sz="2000" dirty="0"/>
              <a:t>Many agile methods argue that producing detailed system requirements </a:t>
            </a:r>
            <a:r>
              <a:rPr lang="en-US" sz="2000" b="1" dirty="0"/>
              <a:t>is a waste of time as requirements change so quickly.</a:t>
            </a:r>
          </a:p>
          <a:p>
            <a:r>
              <a:rPr lang="en-US" sz="2000" dirty="0"/>
              <a:t>The requirements document is therefore always out of date.</a:t>
            </a:r>
          </a:p>
          <a:p>
            <a:r>
              <a:rPr lang="en-US" sz="2000" dirty="0"/>
              <a:t>Agile methods usually use incremental requirements engineering and may express requirements as </a:t>
            </a:r>
            <a:r>
              <a:rPr lang="en-US" sz="2000" b="1" dirty="0"/>
              <a:t>‘user stories’</a:t>
            </a:r>
            <a:r>
              <a:rPr lang="en-US" sz="2000" dirty="0"/>
              <a:t> (discussed in Chapter 3).</a:t>
            </a:r>
          </a:p>
          <a:p>
            <a:r>
              <a:rPr lang="en-US" sz="2000" dirty="0"/>
              <a:t>This is practical for many business systems, where flexibility and rapid feedback are more valuable than complete upfront analysis.</a:t>
            </a:r>
          </a:p>
          <a:p>
            <a:r>
              <a:rPr lang="en-US" sz="2000" dirty="0"/>
              <a:t>However, this can be problematic for systems that require pre-delivery analysis (e.g. critical systems) or systems developed by several teams.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Functional and non-functional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600993"/>
            <a:ext cx="8229600" cy="4525963"/>
          </a:xfrm>
        </p:spPr>
        <p:txBody>
          <a:bodyPr/>
          <a:lstStyle/>
          <a:p>
            <a:pPr>
              <a:lnSpc>
                <a:spcPct val="90000"/>
              </a:lnSpc>
            </a:pPr>
            <a:r>
              <a:rPr lang="en-GB" sz="2400" dirty="0"/>
              <a:t>Functional requirements</a:t>
            </a:r>
          </a:p>
          <a:p>
            <a:pPr lvl="1"/>
            <a:r>
              <a:rPr lang="en-GB" sz="2000" dirty="0"/>
              <a:t>Statements of services the system should provide, how the system should react to particular inputs and how the system should behave in particular situations.</a:t>
            </a:r>
          </a:p>
          <a:p>
            <a:pPr lvl="1"/>
            <a:r>
              <a:rPr lang="en-GB" dirty="0"/>
              <a:t>May state what the system should not do.</a:t>
            </a:r>
          </a:p>
          <a:p>
            <a:pPr lvl="1"/>
            <a:r>
              <a:rPr lang="en-US" b="1" dirty="0"/>
              <a:t>Examples:</a:t>
            </a:r>
          </a:p>
          <a:p>
            <a:pPr lvl="2"/>
            <a:r>
              <a:rPr lang="en-US" dirty="0"/>
              <a:t>The system shall allow users to log in using a username and password.</a:t>
            </a:r>
          </a:p>
          <a:p>
            <a:pPr lvl="2"/>
            <a:r>
              <a:rPr lang="en-US" dirty="0"/>
              <a:t>The system shall display the account balance after a successful login.</a:t>
            </a:r>
          </a:p>
          <a:p>
            <a:pPr lvl="2"/>
            <a:r>
              <a:rPr lang="en-US" dirty="0"/>
              <a:t>When the user enters incorrect credentials three times, the system shall lock the account.</a:t>
            </a:r>
          </a:p>
          <a:p>
            <a:pPr lvl="2"/>
            <a:r>
              <a:rPr lang="en-US" dirty="0"/>
              <a:t>The system shall not allow users to withdraw more than their current balance.</a:t>
            </a:r>
          </a:p>
          <a:p>
            <a:pPr marL="457200" lvl="1" indent="0">
              <a:buNone/>
            </a:pPr>
            <a:endParaRPr lang="en-GB"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2E36-0153-EC42-E0D1-B04D6B21E748}"/>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091DFB69-DF97-4B39-4B6B-B628A67ACA64}"/>
              </a:ext>
            </a:extLst>
          </p:cNvPr>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a:extLst>
              <a:ext uri="{FF2B5EF4-FFF2-40B4-BE49-F238E27FC236}">
                <a16:creationId xmlns:a16="http://schemas.microsoft.com/office/drawing/2014/main" id="{DAD426B5-562A-EAF9-69EC-810FCF8F7993}"/>
              </a:ext>
            </a:extLst>
          </p:cNvPr>
          <p:cNvSpPr>
            <a:spLocks noGrp="1" noChangeArrowheads="1"/>
          </p:cNvSpPr>
          <p:nvPr>
            <p:ph idx="1"/>
          </p:nvPr>
        </p:nvSpPr>
        <p:spPr>
          <a:xfrm>
            <a:off x="381000" y="1590131"/>
            <a:ext cx="8229600" cy="4525963"/>
          </a:xfrm>
        </p:spPr>
        <p:txBody>
          <a:bodyPr/>
          <a:lstStyle/>
          <a:p>
            <a:pPr>
              <a:lnSpc>
                <a:spcPct val="90000"/>
              </a:lnSpc>
            </a:pPr>
            <a:r>
              <a:rPr lang="en-GB" sz="2000" dirty="0"/>
              <a:t>Non-functional requirements</a:t>
            </a:r>
          </a:p>
          <a:p>
            <a:pPr lvl="1">
              <a:lnSpc>
                <a:spcPct val="90000"/>
              </a:lnSpc>
            </a:pPr>
            <a:r>
              <a:rPr lang="en-GB" sz="1800" dirty="0"/>
              <a:t>Constraints on the services or functions offered by the system such as timing constraints, constraints on the development process, standards, etc.</a:t>
            </a:r>
          </a:p>
          <a:p>
            <a:pPr lvl="1">
              <a:lnSpc>
                <a:spcPct val="90000"/>
              </a:lnSpc>
            </a:pPr>
            <a:r>
              <a:rPr lang="en-GB" sz="1800" dirty="0"/>
              <a:t>Often apply to the system as a whole rather than individual features or services.</a:t>
            </a:r>
          </a:p>
          <a:p>
            <a:pPr lvl="1"/>
            <a:r>
              <a:rPr lang="en-US" sz="1800" b="1" dirty="0"/>
              <a:t>Examples:</a:t>
            </a:r>
          </a:p>
          <a:p>
            <a:pPr lvl="2"/>
            <a:r>
              <a:rPr lang="en-US" sz="1600" dirty="0"/>
              <a:t>The system shall respond to user requests within </a:t>
            </a:r>
            <a:r>
              <a:rPr lang="en-US" sz="1600" b="1" dirty="0"/>
              <a:t>2 seconds</a:t>
            </a:r>
            <a:r>
              <a:rPr lang="en-US" sz="1600" dirty="0"/>
              <a:t>.</a:t>
            </a:r>
          </a:p>
          <a:p>
            <a:pPr lvl="2"/>
            <a:r>
              <a:rPr lang="en-US" sz="1600" dirty="0"/>
              <a:t>The system shall be available </a:t>
            </a:r>
            <a:r>
              <a:rPr lang="en-US" sz="1600" b="1" dirty="0"/>
              <a:t>99.9% of the time</a:t>
            </a:r>
            <a:r>
              <a:rPr lang="en-US" sz="1600" dirty="0"/>
              <a:t>.</a:t>
            </a:r>
          </a:p>
          <a:p>
            <a:pPr lvl="2"/>
            <a:r>
              <a:rPr lang="en-US" sz="1600" dirty="0"/>
              <a:t>The interface shall be usable by people with </a:t>
            </a:r>
            <a:r>
              <a:rPr lang="en-US" sz="1600" b="1" dirty="0"/>
              <a:t>visual impairments</a:t>
            </a:r>
            <a:r>
              <a:rPr lang="en-US" sz="1600" dirty="0"/>
              <a:t>.</a:t>
            </a:r>
            <a:endParaRPr lang="en-GB" sz="1600" dirty="0"/>
          </a:p>
          <a:p>
            <a:pPr>
              <a:lnSpc>
                <a:spcPct val="90000"/>
              </a:lnSpc>
            </a:pPr>
            <a:r>
              <a:rPr lang="en-GB" sz="2000" dirty="0"/>
              <a:t>Domain requirements</a:t>
            </a:r>
          </a:p>
          <a:p>
            <a:pPr lvl="1">
              <a:lnSpc>
                <a:spcPct val="90000"/>
              </a:lnSpc>
            </a:pPr>
            <a:r>
              <a:rPr lang="en-GB" sz="1800" dirty="0"/>
              <a:t>Constraints on the system from the domain of operation</a:t>
            </a:r>
          </a:p>
          <a:p>
            <a:pPr lvl="1"/>
            <a:r>
              <a:rPr lang="en-US" sz="1800" b="1" dirty="0"/>
              <a:t>Examples:</a:t>
            </a:r>
          </a:p>
          <a:p>
            <a:pPr lvl="2"/>
            <a:r>
              <a:rPr lang="en-US" sz="1600" dirty="0"/>
              <a:t>For a banking system: transactions must comply with </a:t>
            </a:r>
            <a:r>
              <a:rPr lang="en-US" sz="1600" b="1" dirty="0"/>
              <a:t>financial regulations</a:t>
            </a:r>
            <a:r>
              <a:rPr lang="en-US" sz="1600" dirty="0"/>
              <a:t> and maintain an </a:t>
            </a:r>
            <a:r>
              <a:rPr lang="en-US" sz="1600" b="1" dirty="0"/>
              <a:t>audit trail</a:t>
            </a:r>
            <a:r>
              <a:rPr lang="en-US" sz="1600" dirty="0"/>
              <a:t>.</a:t>
            </a:r>
          </a:p>
          <a:p>
            <a:pPr lvl="2"/>
            <a:r>
              <a:rPr lang="en-US" sz="1600" dirty="0"/>
              <a:t>For a hospital system: patient records must comply with </a:t>
            </a:r>
            <a:r>
              <a:rPr lang="en-US" sz="1600" b="1" dirty="0"/>
              <a:t>HIPAA</a:t>
            </a:r>
            <a:r>
              <a:rPr lang="en-US" sz="1600" dirty="0"/>
              <a:t> (health data privacy law).</a:t>
            </a:r>
          </a:p>
        </p:txBody>
      </p:sp>
      <p:sp>
        <p:nvSpPr>
          <p:cNvPr id="5" name="Footer Placeholder 4">
            <a:extLst>
              <a:ext uri="{FF2B5EF4-FFF2-40B4-BE49-F238E27FC236}">
                <a16:creationId xmlns:a16="http://schemas.microsoft.com/office/drawing/2014/main" id="{D3736961-2B00-441C-30DA-38B966669381}"/>
              </a:ext>
            </a:extLst>
          </p:cNvPr>
          <p:cNvSpPr>
            <a:spLocks noGrp="1"/>
          </p:cNvSpPr>
          <p:nvPr>
            <p:ph type="ftr" sz="quarter" idx="11"/>
          </p:nvPr>
        </p:nvSpPr>
        <p:spPr/>
        <p:txBody>
          <a:bodyPr/>
          <a:lstStyle/>
          <a:p>
            <a:pPr>
              <a:defRPr/>
            </a:pPr>
            <a:r>
              <a:rPr lang="en-US"/>
              <a:t>Chapter 4 Requirements Engineering</a:t>
            </a:r>
          </a:p>
        </p:txBody>
      </p:sp>
      <p:sp>
        <p:nvSpPr>
          <p:cNvPr id="4" name="Slide Number Placeholder 3">
            <a:extLst>
              <a:ext uri="{FF2B5EF4-FFF2-40B4-BE49-F238E27FC236}">
                <a16:creationId xmlns:a16="http://schemas.microsoft.com/office/drawing/2014/main" id="{5DD6B027-DF0D-15CB-4821-94B65452FFF4}"/>
              </a:ext>
            </a:extLst>
          </p:cNvPr>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a:extLst>
              <a:ext uri="{FF2B5EF4-FFF2-40B4-BE49-F238E27FC236}">
                <a16:creationId xmlns:a16="http://schemas.microsoft.com/office/drawing/2014/main" id="{4EE39E75-580C-280D-7A99-2634C79F1001}"/>
              </a:ext>
            </a:extLst>
          </p:cNvPr>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741333130"/>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a:t>
            </a:r>
            <a:r>
              <a:rPr lang="en-GB" b="1" dirty="0"/>
              <a:t>the type of software</a:t>
            </a:r>
            <a:r>
              <a:rPr lang="en-GB" dirty="0"/>
              <a:t>, </a:t>
            </a:r>
            <a:r>
              <a:rPr lang="en-GB" b="1" dirty="0"/>
              <a:t>expected users</a:t>
            </a:r>
            <a:r>
              <a:rPr lang="en-GB" dirty="0"/>
              <a:t> and </a:t>
            </a:r>
            <a:r>
              <a:rPr lang="en-GB" b="1" dirty="0"/>
              <a:t>the type of system where the software is used</a:t>
            </a:r>
            <a:r>
              <a:rPr lang="en-GB" dirty="0"/>
              <a:t>.</a:t>
            </a:r>
          </a:p>
          <a:p>
            <a:pPr lvl="1"/>
            <a:r>
              <a:rPr lang="en-US" dirty="0"/>
              <a:t>For example, the functional requirements of a mobile banking app will differ significantly from those of an embedded medical system.</a:t>
            </a:r>
            <a:endParaRPr lang="en-GB" dirty="0"/>
          </a:p>
          <a:p>
            <a:r>
              <a:rPr lang="en-GB" b="1" dirty="0"/>
              <a:t>Functional user requirements</a:t>
            </a:r>
            <a:r>
              <a:rPr lang="en-GB" dirty="0"/>
              <a:t> may be high-level statements of what the system should do.</a:t>
            </a:r>
          </a:p>
          <a:p>
            <a:r>
              <a:rPr lang="en-GB" b="1" dirty="0"/>
              <a:t>Functional system requirements </a:t>
            </a:r>
            <a:r>
              <a:rPr lang="en-GB" dirty="0"/>
              <a:t>should describe the system services in detail.</a:t>
            </a:r>
          </a:p>
          <a:p>
            <a:pPr lvl="1"/>
            <a:r>
              <a:rPr lang="en-US" dirty="0"/>
              <a:t>These detailed system requirements are used by developers and testers to design, implement, and verify the system.</a:t>
            </a:r>
          </a:p>
          <a:p>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Mentcare system: functional requirements</a:t>
            </a:r>
          </a:p>
        </p:txBody>
      </p:sp>
      <p:sp>
        <p:nvSpPr>
          <p:cNvPr id="77827" name="Rectangle 3"/>
          <p:cNvSpPr>
            <a:spLocks noGrp="1" noChangeArrowheads="1"/>
          </p:cNvSpPr>
          <p:nvPr>
            <p:ph idx="1"/>
          </p:nvPr>
        </p:nvSpPr>
        <p:spPr/>
        <p:txBody>
          <a:bodyPr/>
          <a:lstStyle/>
          <a:p>
            <a:r>
              <a:rPr lang="en-US" dirty="0"/>
              <a:t>A user shall be able to search the appointments lists for all clinics.</a:t>
            </a:r>
            <a:endParaRPr lang="en-GB" dirty="0"/>
          </a:p>
          <a:p>
            <a:r>
              <a:rPr lang="en-US" dirty="0"/>
              <a:t>The system shall generate each day, for each clinic, a list of patients who are expected to attend appointments that day. </a:t>
            </a:r>
            <a:endParaRPr lang="en-GB" dirty="0"/>
          </a:p>
          <a:p>
            <a:r>
              <a:rPr lang="en-US" dirty="0"/>
              <a:t>Each staff member using the system shall be uniquely identified by his or her 8-digit employee number.</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r>
              <a:rPr lang="en-GB" dirty="0"/>
              <a:t>Problems arise when functional requirements are not precisely stated.</a:t>
            </a:r>
          </a:p>
          <a:p>
            <a:r>
              <a:rPr lang="en-GB" dirty="0"/>
              <a:t>Ambiguous requirements may be interpreted in different ways by developers and users.</a:t>
            </a:r>
          </a:p>
          <a:p>
            <a:pPr lvl="1"/>
            <a:r>
              <a:rPr lang="en-US" dirty="0"/>
              <a:t>Developers often interpret requirements in a way that minimizes implementation effort, while users interpret them based on their real-world needs.</a:t>
            </a:r>
            <a:endParaRPr lang="en-GB" dirty="0"/>
          </a:p>
          <a:p>
            <a:r>
              <a:rPr lang="en-GB" dirty="0"/>
              <a:t>Consider the term ‘search’ in requirement 1, which is </a:t>
            </a:r>
            <a:r>
              <a:rPr lang="en-GB" sz="2000" dirty="0"/>
              <a:t>“</a:t>
            </a:r>
            <a:r>
              <a:rPr lang="en-US" sz="2000" dirty="0"/>
              <a:t>A user shall be able to search the appointments lists for all clinics.</a:t>
            </a:r>
            <a:r>
              <a:rPr lang="en-GB" sz="2000" dirty="0"/>
              <a:t>”</a:t>
            </a:r>
          </a:p>
          <a:p>
            <a:pPr lvl="1"/>
            <a:r>
              <a:rPr lang="en-GB" b="1" dirty="0"/>
              <a:t>User intention </a:t>
            </a:r>
            <a:r>
              <a:rPr lang="en-GB" dirty="0"/>
              <a:t>– search for a patient name across all appointments in all clinics;</a:t>
            </a:r>
          </a:p>
          <a:p>
            <a:pPr lvl="1"/>
            <a:r>
              <a:rPr lang="en-GB" b="1" dirty="0"/>
              <a:t>Developer interpretation </a:t>
            </a:r>
            <a:r>
              <a:rPr lang="en-GB" dirty="0"/>
              <a:t>– search for a patient name in an individual clinic. User chooses clinic then search.</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a:xfrm>
            <a:off x="457200" y="1600200"/>
            <a:ext cx="8507288" cy="4853136"/>
          </a:xfrm>
        </p:spPr>
        <p:txBody>
          <a:bodyPr/>
          <a:lstStyle/>
          <a:p>
            <a:r>
              <a:rPr lang="en-GB" sz="2000" dirty="0"/>
              <a:t>In principle, requirements should be both complete and consistent.</a:t>
            </a:r>
          </a:p>
          <a:p>
            <a:r>
              <a:rPr lang="en-GB" sz="2000" b="1" dirty="0"/>
              <a:t>Complete</a:t>
            </a:r>
          </a:p>
          <a:p>
            <a:pPr lvl="1"/>
            <a:r>
              <a:rPr lang="en-GB" sz="1800" dirty="0"/>
              <a:t>They should include descriptions of all facilities required.</a:t>
            </a:r>
          </a:p>
          <a:p>
            <a:r>
              <a:rPr lang="en-GB" sz="2000" b="1" dirty="0"/>
              <a:t>Consistent</a:t>
            </a:r>
          </a:p>
          <a:p>
            <a:pPr lvl="1"/>
            <a:r>
              <a:rPr lang="en-GB" sz="1800" dirty="0"/>
              <a:t>There should be no conflicts or contradictions in the descriptions of the system facilities.</a:t>
            </a:r>
          </a:p>
          <a:p>
            <a:r>
              <a:rPr lang="en-GB" sz="2000" dirty="0"/>
              <a:t>In practice, because of system and environmental complexity, it is </a:t>
            </a:r>
            <a:r>
              <a:rPr lang="en-GB" sz="2000" b="1" dirty="0"/>
              <a:t>impossible to produce a complete and consistent requirements document.</a:t>
            </a:r>
          </a:p>
          <a:p>
            <a:r>
              <a:rPr lang="en-US" sz="2000" i="1" dirty="0"/>
              <a:t>Instead, requirements engineering focuses on </a:t>
            </a:r>
            <a:r>
              <a:rPr lang="en-US" sz="2000" b="1" i="1" dirty="0"/>
              <a:t>managing incompleteness and inconsistency</a:t>
            </a:r>
            <a:r>
              <a:rPr lang="en-US" sz="2000" i="1" dirty="0"/>
              <a:t>, refining requirements incrementally and resolving conflicts as they are discovered.</a:t>
            </a:r>
            <a:endParaRPr lang="en-US" sz="2000" dirty="0"/>
          </a:p>
          <a:p>
            <a:endParaRPr lang="en-GB" sz="24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sz="2000" dirty="0"/>
              <a:t>These define system properties and constraints e.g. reliability, response time, performance, availability and storage requirements. </a:t>
            </a:r>
          </a:p>
          <a:p>
            <a:r>
              <a:rPr lang="en-US" sz="2000" dirty="0"/>
              <a:t>Non-functional requirements can also impose </a:t>
            </a:r>
            <a:r>
              <a:rPr lang="en-US" sz="2000" b="1" dirty="0"/>
              <a:t>constraints</a:t>
            </a:r>
            <a:r>
              <a:rPr lang="en-US" sz="2000" dirty="0"/>
              <a:t> on the system, such as limitations of I/O devices, hardware capabilities, or required system representations.</a:t>
            </a:r>
          </a:p>
          <a:p>
            <a:pPr>
              <a:lnSpc>
                <a:spcPct val="90000"/>
              </a:lnSpc>
            </a:pPr>
            <a:r>
              <a:rPr lang="en-GB" sz="2000" dirty="0"/>
              <a:t>Process requirements may also be specified mandating a particular IDE, programming language or development method.</a:t>
            </a:r>
          </a:p>
          <a:p>
            <a:pPr>
              <a:lnSpc>
                <a:spcPct val="90000"/>
              </a:lnSpc>
            </a:pPr>
            <a:r>
              <a:rPr lang="en-GB" sz="2000" dirty="0"/>
              <a:t>Non-functional requirements </a:t>
            </a:r>
            <a:r>
              <a:rPr lang="en-GB" sz="2000" b="1" dirty="0"/>
              <a:t>may be more critical than functional requirements</a:t>
            </a:r>
            <a:r>
              <a:rPr lang="en-GB" sz="2000" dirty="0"/>
              <a:t>. If these are not met, the system may be useless.</a:t>
            </a:r>
          </a:p>
          <a:p>
            <a:pPr lvl="1"/>
            <a:r>
              <a:rPr lang="en-US" sz="1800" dirty="0"/>
              <a:t>Even if a system provides the correct functionality, it may be considered unusable if it is too slow, unreliable, insecure, or difficult to maintain.</a:t>
            </a:r>
          </a:p>
          <a:p>
            <a:r>
              <a:rPr lang="en-US" sz="2000" dirty="0"/>
              <a:t>Therefore, non-functional requirements play a key role in determining whether a system is acceptable and successful.</a:t>
            </a:r>
          </a:p>
          <a:p>
            <a:pPr marL="0" indent="0">
              <a:buNone/>
            </a:pPr>
            <a:endParaRPr lang="en-CA"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implementation</a:t>
            </a:r>
          </a:p>
        </p:txBody>
      </p:sp>
      <p:sp>
        <p:nvSpPr>
          <p:cNvPr id="3" name="Content Placeholder 2"/>
          <p:cNvSpPr>
            <a:spLocks noGrp="1"/>
          </p:cNvSpPr>
          <p:nvPr>
            <p:ph idx="1"/>
          </p:nvPr>
        </p:nvSpPr>
        <p:spPr/>
        <p:txBody>
          <a:bodyPr/>
          <a:lstStyle/>
          <a:p>
            <a:r>
              <a:rPr lang="en-US" sz="2000" dirty="0"/>
              <a:t>Non-functional requirements may affect </a:t>
            </a:r>
            <a:r>
              <a:rPr lang="en-US" sz="2000" b="1" dirty="0"/>
              <a:t>the overall architecture of a system </a:t>
            </a:r>
            <a:r>
              <a:rPr lang="en-US" sz="2000" dirty="0"/>
              <a:t>rather than the individual components. </a:t>
            </a:r>
          </a:p>
          <a:p>
            <a:pPr lvl="1"/>
            <a:r>
              <a:rPr lang="en-US" sz="1800" dirty="0"/>
              <a:t>For example, to ensure that performance requirements are met, you may have to organize the system to minimize communications between components.</a:t>
            </a:r>
            <a:endParaRPr lang="en-GB" sz="1800" dirty="0"/>
          </a:p>
          <a:p>
            <a:r>
              <a:rPr lang="en-US" sz="2000" dirty="0"/>
              <a:t>A single non-functional requirement may generate a number of related functional requirements that define system services that are required. </a:t>
            </a:r>
          </a:p>
          <a:p>
            <a:pPr lvl="1"/>
            <a:r>
              <a:rPr lang="en-US" sz="1800" i="1" dirty="0"/>
              <a:t>For instance, a </a:t>
            </a:r>
            <a:r>
              <a:rPr lang="en-US" sz="1800" b="1" i="1" dirty="0"/>
              <a:t>security requirement</a:t>
            </a:r>
            <a:r>
              <a:rPr lang="en-US" sz="1800" i="1" dirty="0"/>
              <a:t> may introduce functional requirements such as user authentication, authorization, access control, logging, and auditing.</a:t>
            </a:r>
          </a:p>
          <a:p>
            <a:r>
              <a:rPr lang="en-US" sz="2000" i="1" dirty="0"/>
              <a:t>Non-functional requirements may </a:t>
            </a:r>
            <a:r>
              <a:rPr lang="en-US" sz="2000" b="1" i="1" dirty="0"/>
              <a:t>restrict or constrain existing functional requirements</a:t>
            </a:r>
          </a:p>
          <a:p>
            <a:pPr lvl="1"/>
            <a:r>
              <a:rPr lang="en-US" sz="1800" i="1" dirty="0"/>
              <a:t>For example, security constraints might limit who can access certain system features or how data is processed.</a:t>
            </a:r>
            <a:r>
              <a:rPr lang="en-US" sz="1800" dirty="0"/>
              <a:t>. </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pic>
        <p:nvPicPr>
          <p:cNvPr id="4" name="Picture 3" descr="4.3 Non-functionalReq.eps"/>
          <p:cNvPicPr>
            <a:picLocks noChangeAspect="1"/>
          </p:cNvPicPr>
          <p:nvPr/>
        </p:nvPicPr>
        <p:blipFill>
          <a:blip r:embed="rId3"/>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Mentcare system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Mentcare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r>
              <a:rPr lang="en-US" altLang="en-US" dirty="0">
                <a:solidFill>
                  <a:schemeClr val="tx1"/>
                </a:solidFill>
                <a:latin typeface="Arial" panose="020B0604020202020204" pitchFamily="34" charset="0"/>
              </a:rPr>
              <a:t>Non-functional requirements are hard to define clearly, and unclear requirements are hard to verify (test).</a:t>
            </a:r>
            <a:endParaRPr lang="en-US" dirty="0"/>
          </a:p>
          <a:p>
            <a:r>
              <a:rPr lang="en-GB" dirty="0"/>
              <a:t>Goal</a:t>
            </a:r>
          </a:p>
          <a:p>
            <a:pPr lvl="1"/>
            <a:r>
              <a:rPr lang="en-GB" dirty="0"/>
              <a:t>A general intention of the user </a:t>
            </a:r>
            <a:r>
              <a:rPr lang="en-US" dirty="0"/>
              <a:t>(e.g., easy to use)</a:t>
            </a:r>
            <a:r>
              <a:rPr lang="en-GB" dirty="0"/>
              <a:t>.</a:t>
            </a:r>
          </a:p>
          <a:p>
            <a:pPr lvl="1"/>
            <a:r>
              <a:rPr lang="en-US" dirty="0"/>
              <a:t>For examples: ”The system should be easy to use”</a:t>
            </a:r>
            <a:endParaRPr lang="en-GB" dirty="0"/>
          </a:p>
          <a:p>
            <a:r>
              <a:rPr lang="en-GB" dirty="0"/>
              <a:t>Verifiable non-functional requirement</a:t>
            </a:r>
          </a:p>
          <a:p>
            <a:pPr lvl="1"/>
            <a:r>
              <a:rPr lang="en-GB" dirty="0"/>
              <a:t>A statement using some measure that can be objectively tested</a:t>
            </a:r>
            <a:endParaRPr lang="en-US" dirty="0"/>
          </a:p>
          <a:p>
            <a:pPr lvl="1"/>
            <a:r>
              <a:rPr lang="en-US" i="1" dirty="0"/>
              <a:t>For example: “A new user shall complete the registration process in less than 2 minutes without assistance.”</a:t>
            </a:r>
            <a:endParaRPr lang="en-US" dirty="0"/>
          </a:p>
          <a:p>
            <a:r>
              <a:rPr lang="en-US" dirty="0"/>
              <a:t>Goals help developers understand what users want from the system</a:t>
            </a:r>
            <a:endParaRPr lang="en-GB" sz="28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a:t>
            </a:r>
            <a:r>
              <a:rPr lang="en-US" b="1" dirty="0"/>
              <a:t>Goal</a:t>
            </a:r>
            <a:r>
              <a:rPr lang="en-US" dirty="0"/>
              <a:t>)</a:t>
            </a:r>
          </a:p>
          <a:p>
            <a:r>
              <a:rPr lang="en-US" dirty="0"/>
              <a:t>Medical staff shall be able to use all the system functions after four hours of training. After this training, the average number of errors made by experienced users shall not exceed two per hour of system use. (</a:t>
            </a:r>
            <a:r>
              <a:rPr lang="en-US" b="1" dirty="0"/>
              <a:t>Testable non-functional requirement</a:t>
            </a:r>
            <a:r>
              <a:rPr lang="en-US" dirty="0"/>
              <a:t>)</a:t>
            </a:r>
            <a:endParaRPr lang="en-GB" dirty="0"/>
          </a:p>
          <a:p>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479526417"/>
              </p:ext>
            </p:extLst>
          </p:nvPr>
        </p:nvGraphicFramePr>
        <p:xfrm>
          <a:off x="762000" y="1600200"/>
          <a:ext cx="7620000" cy="512064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defRPr/>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r>
                        <a:rPr lang="en-US" sz="1600" dirty="0"/>
                        <a:t>(common in embedded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engineering processes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p>
          <a:p>
            <a:pPr>
              <a:lnSpc>
                <a:spcPct val="90000"/>
              </a:lnSpc>
            </a:pPr>
            <a:r>
              <a:rPr lang="en-GB" dirty="0"/>
              <a:t>In practice</a:t>
            </a:r>
            <a:r>
              <a:rPr lang="en-GB" b="1" dirty="0"/>
              <a:t>, RE is an iterative activity </a:t>
            </a:r>
            <a:r>
              <a:rPr lang="en-GB" dirty="0"/>
              <a:t>in which these processes are interleaved.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pic>
        <p:nvPicPr>
          <p:cNvPr id="4" name="Picture 3" descr="4.12 ReqEngSpiral.eps"/>
          <p:cNvPicPr>
            <a:picLocks noChangeAspect="1"/>
          </p:cNvPicPr>
          <p:nvPr/>
        </p:nvPicPr>
        <p:blipFill>
          <a:blip r:embed="rId3"/>
          <a:stretch>
            <a:fillRect/>
          </a:stretch>
        </p:blipFill>
        <p:spPr>
          <a:xfrm>
            <a:off x="1974849" y="1417638"/>
            <a:ext cx="5510667" cy="47561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elicitation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 and analysis</a:t>
            </a:r>
          </a:p>
        </p:txBody>
      </p:sp>
      <p:sp>
        <p:nvSpPr>
          <p:cNvPr id="7171" name="Rectangle 3"/>
          <p:cNvSpPr>
            <a:spLocks noGrp="1" noChangeArrowheads="1"/>
          </p:cNvSpPr>
          <p:nvPr>
            <p:ph idx="1"/>
          </p:nvPr>
        </p:nvSpPr>
        <p:spPr>
          <a:noFill/>
          <a:ln/>
        </p:spPr>
        <p:txBody>
          <a:bodyPr lIns="90487" tIns="44450" rIns="90487" bIns="44450"/>
          <a:lstStyle/>
          <a:p>
            <a:r>
              <a:rPr lang="en-GB" dirty="0"/>
              <a:t>Sometimes called requirements elicitation or </a:t>
            </a:r>
            <a:r>
              <a:rPr lang="en-GB" b="1" dirty="0"/>
              <a:t>requirements discovery</a:t>
            </a:r>
            <a:r>
              <a:rPr lang="en-GB" dirty="0"/>
              <a:t>.</a:t>
            </a:r>
          </a:p>
          <a:p>
            <a:r>
              <a:rPr lang="en-GB" dirty="0"/>
              <a:t>Involves technical staff working with customers to find out about </a:t>
            </a:r>
            <a:r>
              <a:rPr lang="en-GB" b="1" dirty="0"/>
              <a:t>the application domain, the services that the system should provide</a:t>
            </a:r>
            <a:r>
              <a:rPr lang="en-GB" dirty="0"/>
              <a:t> and </a:t>
            </a:r>
            <a:r>
              <a:rPr lang="en-GB" b="1" dirty="0"/>
              <a:t>the system’s operational constraints.</a:t>
            </a:r>
          </a:p>
          <a:p>
            <a:r>
              <a:rPr lang="en-GB" dirty="0"/>
              <a:t>May involve end-users, managers, engineers involved in maintenance, domain experts, trade unions, etc. These are called </a:t>
            </a:r>
            <a:r>
              <a:rPr lang="en-GB" i="1" dirty="0"/>
              <a:t>stakeholders</a:t>
            </a:r>
            <a:r>
              <a:rPr lang="en-GB" sz="2000" i="1" dirty="0"/>
              <a:t>.</a:t>
            </a:r>
          </a:p>
          <a:p>
            <a:endParaRPr lang="en-GB" sz="2000" i="1"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a:t>
            </a:r>
          </a:p>
        </p:txBody>
      </p:sp>
      <p:sp>
        <p:nvSpPr>
          <p:cNvPr id="3" name="Content Placeholder 2"/>
          <p:cNvSpPr>
            <a:spLocks noGrp="1"/>
          </p:cNvSpPr>
          <p:nvPr>
            <p:ph idx="1"/>
          </p:nvPr>
        </p:nvSpPr>
        <p:spPr/>
        <p:txBody>
          <a:bodyPr/>
          <a:lstStyle/>
          <a:p>
            <a:r>
              <a:rPr lang="en-US" dirty="0"/>
              <a:t>Systems normally have a range of stakeholders.</a:t>
            </a:r>
          </a:p>
          <a:p>
            <a:pPr lvl="1"/>
            <a:r>
              <a:rPr lang="en-US" dirty="0"/>
              <a:t>These stakeholders often have </a:t>
            </a:r>
            <a:r>
              <a:rPr lang="en-US" b="1" dirty="0"/>
              <a:t>different goals, expectations, and concerns</a:t>
            </a:r>
            <a:r>
              <a:rPr lang="en-US" dirty="0"/>
              <a:t>, which makes elicitation both important and challenging</a:t>
            </a:r>
          </a:p>
          <a:p>
            <a:r>
              <a:rPr lang="en-US" dirty="0"/>
              <a:t>Software engineers work with a range of system stakeholders to find out about the application domain, the services that the system should provide, the required system performance, hardware constraints, other systems, etc.</a:t>
            </a:r>
          </a:p>
          <a:p>
            <a:r>
              <a:rPr lang="en-US" dirty="0"/>
              <a:t>So, elicitation is not just about features — it is about understanding the whole operational environment of the system.</a:t>
            </a:r>
          </a:p>
          <a:p>
            <a:br>
              <a:rPr lang="en-US" dirty="0"/>
            </a:br>
            <a:endParaRPr lang="en-US" dirty="0"/>
          </a:p>
          <a:p>
            <a:endParaRPr lang="en-US"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C9754-012D-9FFB-B612-E667D001B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4C158-A507-A506-A1FF-9DD24A363E54}"/>
              </a:ext>
            </a:extLst>
          </p:cNvPr>
          <p:cNvSpPr>
            <a:spLocks noGrp="1"/>
          </p:cNvSpPr>
          <p:nvPr>
            <p:ph type="title"/>
          </p:nvPr>
        </p:nvSpPr>
        <p:spPr/>
        <p:txBody>
          <a:bodyPr/>
          <a:lstStyle/>
          <a:p>
            <a:r>
              <a:rPr lang="en-US" dirty="0"/>
              <a:t>Requirements elicitation</a:t>
            </a:r>
          </a:p>
        </p:txBody>
      </p:sp>
      <p:sp>
        <p:nvSpPr>
          <p:cNvPr id="3" name="Content Placeholder 2">
            <a:extLst>
              <a:ext uri="{FF2B5EF4-FFF2-40B4-BE49-F238E27FC236}">
                <a16:creationId xmlns:a16="http://schemas.microsoft.com/office/drawing/2014/main" id="{014C76F0-E4BA-8B19-AA85-713BE4C2F2E8}"/>
              </a:ext>
            </a:extLst>
          </p:cNvPr>
          <p:cNvSpPr>
            <a:spLocks noGrp="1"/>
          </p:cNvSpPr>
          <p:nvPr>
            <p:ph idx="1"/>
          </p:nvPr>
        </p:nvSpPr>
        <p:spPr/>
        <p:txBody>
          <a:bodyPr/>
          <a:lstStyle/>
          <a:p>
            <a:r>
              <a:rPr lang="en-US" sz="3200" dirty="0"/>
              <a:t>Stages include:</a:t>
            </a:r>
          </a:p>
          <a:p>
            <a:pPr lvl="1"/>
            <a:r>
              <a:rPr lang="en-US" sz="2800" dirty="0"/>
              <a:t>Requirements discovery</a:t>
            </a:r>
          </a:p>
          <a:p>
            <a:pPr lvl="1"/>
            <a:r>
              <a:rPr lang="en-US" sz="2800" dirty="0"/>
              <a:t>Requirements classification and organization,</a:t>
            </a:r>
          </a:p>
          <a:p>
            <a:pPr lvl="1"/>
            <a:r>
              <a:rPr lang="en-US" sz="2800" dirty="0"/>
              <a:t>Requirements prioritization and negotiation,</a:t>
            </a:r>
          </a:p>
          <a:p>
            <a:pPr lvl="1"/>
            <a:r>
              <a:rPr lang="en-US" sz="2800" dirty="0"/>
              <a:t>Requirements specification.</a:t>
            </a:r>
          </a:p>
          <a:p>
            <a:endParaRPr lang="en-US" dirty="0"/>
          </a:p>
        </p:txBody>
      </p:sp>
      <p:sp>
        <p:nvSpPr>
          <p:cNvPr id="4" name="Footer Placeholder 3">
            <a:extLst>
              <a:ext uri="{FF2B5EF4-FFF2-40B4-BE49-F238E27FC236}">
                <a16:creationId xmlns:a16="http://schemas.microsoft.com/office/drawing/2014/main" id="{ECB91AE9-E7ED-D533-0B96-184921AAEB6A}"/>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E8016912-6BFA-1E1A-9BD2-A0B7D33168C4}"/>
              </a:ext>
            </a:extLst>
          </p:cNvPr>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6" name="Date Placeholder 5">
            <a:extLst>
              <a:ext uri="{FF2B5EF4-FFF2-40B4-BE49-F238E27FC236}">
                <a16:creationId xmlns:a16="http://schemas.microsoft.com/office/drawing/2014/main" id="{53390639-2A88-E9DD-B102-61EF7587353E}"/>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237812680"/>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pic>
        <p:nvPicPr>
          <p:cNvPr id="4" name="Picture 3" descr="4.13 RequirementsElicitation.eps"/>
          <p:cNvPicPr>
            <a:picLocks noChangeAspect="1"/>
          </p:cNvPicPr>
          <p:nvPr/>
        </p:nvPicPr>
        <p:blipFill>
          <a:blip r:embed="rId3"/>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a:t>
            </a:r>
          </a:p>
          <a:p>
            <a:pPr lvl="1">
              <a:lnSpc>
                <a:spcPct val="90000"/>
              </a:lnSpc>
            </a:pPr>
            <a:r>
              <a:rPr lang="en-GB" sz="2000" dirty="0"/>
              <a:t>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elicitation</a:t>
            </a:r>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may change.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914400" eaLnBrk="0" hangingPunct="0"/>
            <a:r>
              <a:rPr lang="en-US" altLang="en-US" dirty="0">
                <a:solidFill>
                  <a:schemeClr val="tx1"/>
                </a:solidFill>
                <a:latin typeface="Arial" panose="020B0604020202020204" pitchFamily="34" charset="0"/>
              </a:rPr>
              <a:t>Requirements elicitation techniques</a:t>
            </a:r>
          </a:p>
        </p:txBody>
      </p:sp>
      <p:sp>
        <p:nvSpPr>
          <p:cNvPr id="3" name="Content Placeholder 2"/>
          <p:cNvSpPr>
            <a:spLocks noGrp="1"/>
          </p:cNvSpPr>
          <p:nvPr>
            <p:ph idx="1"/>
          </p:nvPr>
        </p:nvSpPr>
        <p:spPr>
          <a:xfrm>
            <a:off x="457200" y="1600200"/>
            <a:ext cx="8435280" cy="4756150"/>
          </a:xfrm>
        </p:spPr>
        <p:txBody>
          <a:bodyPr/>
          <a:lstStyle/>
          <a:p>
            <a:pPr defTabSz="914400" eaLnBrk="0" hangingPunct="0">
              <a:lnSpc>
                <a:spcPct val="150000"/>
              </a:lnSpc>
              <a:spcBef>
                <a:spcPct val="0"/>
              </a:spcBef>
              <a:spcAft>
                <a:spcPct val="0"/>
              </a:spcAft>
            </a:pPr>
            <a:r>
              <a:rPr lang="en-US" altLang="en-US" dirty="0">
                <a:solidFill>
                  <a:schemeClr val="tx1"/>
                </a:solidFill>
                <a:latin typeface="Arial" panose="020B0604020202020204" pitchFamily="34" charset="0"/>
              </a:rPr>
              <a:t>Two fundamental approaches to requirements elicitation:</a:t>
            </a:r>
          </a:p>
          <a:p>
            <a:pPr lvl="1" defTabSz="914400" eaLnBrk="0" hangingPunct="0">
              <a:lnSpc>
                <a:spcPct val="150000"/>
              </a:lnSpc>
              <a:spcBef>
                <a:spcPct val="0"/>
              </a:spcBef>
              <a:spcAft>
                <a:spcPct val="0"/>
              </a:spcAft>
            </a:pPr>
            <a:r>
              <a:rPr lang="en-US" altLang="en-US" dirty="0">
                <a:solidFill>
                  <a:schemeClr val="tx1"/>
                </a:solidFill>
                <a:latin typeface="Arial" panose="020B0604020202020204" pitchFamily="34" charset="0"/>
              </a:rPr>
              <a:t>Interviewing, where you talk to people about what they do.</a:t>
            </a:r>
          </a:p>
          <a:p>
            <a:pPr lvl="1" defTabSz="914400" eaLnBrk="0" hangingPunct="0">
              <a:lnSpc>
                <a:spcPct val="150000"/>
              </a:lnSpc>
              <a:spcBef>
                <a:spcPct val="0"/>
              </a:spcBef>
              <a:spcAft>
                <a:spcPct val="0"/>
              </a:spcAft>
            </a:pPr>
            <a:r>
              <a:rPr lang="en-US" altLang="en-US" dirty="0">
                <a:solidFill>
                  <a:schemeClr val="tx1"/>
                </a:solidFill>
                <a:latin typeface="Arial" panose="020B0604020202020204" pitchFamily="34" charset="0"/>
              </a:rPr>
              <a:t>Observation or </a:t>
            </a:r>
            <a:r>
              <a:rPr lang="en-US" altLang="en-US" dirty="0">
                <a:solidFill>
                  <a:schemeClr val="tx1"/>
                </a:solidFill>
                <a:latin typeface="Arial" panose="020B0604020202020204" pitchFamily="34" charset="0"/>
                <a:hlinkClick r:id="rId3"/>
              </a:rPr>
              <a:t>ethnography</a:t>
            </a:r>
            <a:r>
              <a:rPr lang="en-US" altLang="en-US" dirty="0">
                <a:solidFill>
                  <a:schemeClr val="tx1"/>
                </a:solidFill>
                <a:latin typeface="Arial" panose="020B0604020202020204" pitchFamily="34" charset="0"/>
              </a:rPr>
              <a:t>, where you watch people doing their job to see what artifacts they use, how they use them, and so on</a:t>
            </a:r>
          </a:p>
          <a:p>
            <a:r>
              <a:rPr lang="en-US" altLang="en-US" dirty="0">
                <a:solidFill>
                  <a:schemeClr val="tx1"/>
                </a:solidFill>
                <a:latin typeface="Arial" panose="020B0604020202020204" pitchFamily="34" charset="0"/>
              </a:rPr>
              <a:t>You should use a mix of interviewing and observation to collect information and, from that, </a:t>
            </a:r>
            <a:r>
              <a:rPr lang="en-US" altLang="en-US" b="1" dirty="0">
                <a:solidFill>
                  <a:schemeClr val="tx1"/>
                </a:solidFill>
                <a:latin typeface="Arial" panose="020B0604020202020204" pitchFamily="34" charset="0"/>
              </a:rPr>
              <a:t>you derive the requirements, which are then the basis for further discussions.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r>
              <a:rPr lang="en-US" dirty="0"/>
              <a:t>Formal or informal interviews with stakeholders are part of most RE processes.</a:t>
            </a:r>
          </a:p>
          <a:p>
            <a:r>
              <a:rPr lang="en-US" dirty="0"/>
              <a:t>Types of interview</a:t>
            </a:r>
          </a:p>
          <a:p>
            <a:pPr lvl="1"/>
            <a:r>
              <a:rPr lang="en-US" dirty="0"/>
              <a:t>Closed interviews based on pre-determined list of questions</a:t>
            </a:r>
          </a:p>
          <a:p>
            <a:pPr lvl="1"/>
            <a:r>
              <a:rPr lang="en-US" dirty="0"/>
              <a:t>Open interviews where various issues are explored with stakeholders.</a:t>
            </a:r>
          </a:p>
          <a:p>
            <a:r>
              <a:rPr lang="en-US" dirty="0"/>
              <a:t>Effective interviewing</a:t>
            </a:r>
          </a:p>
          <a:p>
            <a:pPr lvl="1"/>
            <a:r>
              <a:rPr lang="en-US" dirty="0"/>
              <a:t>Be open-minded, avoid pre-conceived ideas about the requirements and are willing to listen to stakeholders. </a:t>
            </a:r>
            <a:endParaRPr lang="en-GB" dirty="0"/>
          </a:p>
          <a:p>
            <a:pPr lvl="1"/>
            <a:r>
              <a:rPr lang="en-US" dirty="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39</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p>
          <a:p>
            <a:pPr>
              <a:lnSpc>
                <a:spcPct val="90000"/>
              </a:lnSpc>
            </a:pPr>
            <a:r>
              <a:rPr lang="en-US" dirty="0"/>
              <a:t>Interviewers need to be open-minded without pre-conceived ideas of what the system should do</a:t>
            </a:r>
          </a:p>
          <a:p>
            <a:pPr>
              <a:lnSpc>
                <a:spcPct val="90000"/>
              </a:lnSpc>
            </a:pPr>
            <a:r>
              <a:rPr lang="en-US" sz="2400" dirty="0"/>
              <a:t>You need to prompt the use to talk about the system by suggesting requirements rather than simply asking them what they want.</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interviews</a:t>
            </a:r>
          </a:p>
        </p:txBody>
      </p:sp>
      <p:sp>
        <p:nvSpPr>
          <p:cNvPr id="3" name="Content Placeholder 2"/>
          <p:cNvSpPr>
            <a:spLocks noGrp="1"/>
          </p:cNvSpPr>
          <p:nvPr>
            <p:ph idx="1"/>
          </p:nvPr>
        </p:nvSpPr>
        <p:spPr/>
        <p:txBody>
          <a:bodyPr/>
          <a:lstStyle/>
          <a:p>
            <a:pPr>
              <a:lnSpc>
                <a:spcPct val="90000"/>
              </a:lnSpc>
            </a:pPr>
            <a:r>
              <a:rPr lang="en-US" dirty="0"/>
              <a:t>Application specialists may use language to describe their work that isn’t easy for the requirements engineer to understand.</a:t>
            </a:r>
          </a:p>
          <a:p>
            <a:pPr>
              <a:lnSpc>
                <a:spcPct val="90000"/>
              </a:lnSpc>
            </a:pPr>
            <a:r>
              <a:rPr lang="en-US" dirty="0"/>
              <a:t>Interviews 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idx="1"/>
          </p:nvPr>
        </p:nvSpPr>
        <p:spPr>
          <a:xfrm>
            <a:off x="324262" y="1600200"/>
            <a:ext cx="8579296" cy="5121275"/>
          </a:xfrm>
          <a:noFill/>
          <a:ln/>
        </p:spPr>
        <p:txBody>
          <a:bodyPr lIns="90487" tIns="44450" rIns="90487" bIns="44450"/>
          <a:lstStyle/>
          <a:p>
            <a:r>
              <a:rPr lang="en-US" sz="2000" dirty="0"/>
              <a:t>Observes how software is used in </a:t>
            </a:r>
            <a:r>
              <a:rPr lang="en-US" sz="2000" b="1" dirty="0"/>
              <a:t>real social and organizational environments</a:t>
            </a:r>
            <a:endParaRPr lang="en-US" sz="2000" dirty="0"/>
          </a:p>
          <a:p>
            <a:r>
              <a:rPr lang="en-US" sz="2000" dirty="0"/>
              <a:t>Helps discover </a:t>
            </a:r>
            <a:r>
              <a:rPr lang="en-US" sz="2000" b="1" dirty="0"/>
              <a:t>actual work practices</a:t>
            </a:r>
            <a:r>
              <a:rPr lang="en-US" sz="2000" dirty="0"/>
              <a:t>, not just documented procedures</a:t>
            </a:r>
          </a:p>
          <a:p>
            <a:r>
              <a:rPr lang="en-US" sz="2000" dirty="0"/>
              <a:t>An analyst spends significant time </a:t>
            </a:r>
            <a:r>
              <a:rPr lang="en-US" sz="2000" b="1" dirty="0"/>
              <a:t>watching how people really work</a:t>
            </a:r>
            <a:endParaRPr lang="en-US" sz="2000" dirty="0"/>
          </a:p>
          <a:p>
            <a:r>
              <a:rPr lang="en-US" sz="2000" dirty="0"/>
              <a:t>Users do not need to explain everything — </a:t>
            </a:r>
            <a:r>
              <a:rPr lang="en-US" sz="2000" b="1" dirty="0"/>
              <a:t>behavior and interactions are directly observed</a:t>
            </a:r>
            <a:endParaRPr lang="en-US" sz="2000" dirty="0"/>
          </a:p>
          <a:p>
            <a:r>
              <a:rPr lang="en-US" sz="2000" dirty="0"/>
              <a:t>Reveals important </a:t>
            </a:r>
            <a:r>
              <a:rPr lang="en-US" sz="2000" b="1" dirty="0"/>
              <a:t>social and organizational factors</a:t>
            </a:r>
            <a:r>
              <a:rPr lang="en-US" sz="2000" dirty="0"/>
              <a:t> that influence system success</a:t>
            </a:r>
          </a:p>
          <a:p>
            <a:r>
              <a:rPr lang="en-US" sz="2000" dirty="0"/>
              <a:t>Shows that real work is </a:t>
            </a:r>
            <a:r>
              <a:rPr lang="en-US" sz="2000" b="1" dirty="0"/>
              <a:t>more complex and variable</a:t>
            </a:r>
            <a:r>
              <a:rPr lang="en-US" sz="2000" dirty="0"/>
              <a:t> than simple process models suggest</a:t>
            </a:r>
          </a:p>
          <a:p>
            <a:r>
              <a:rPr lang="en-US" sz="2000" dirty="0"/>
              <a:t>Helps identify </a:t>
            </a:r>
            <a:r>
              <a:rPr lang="en-US" sz="2000" b="1" dirty="0"/>
              <a:t>implicit (unstated) requirements</a:t>
            </a:r>
            <a:r>
              <a:rPr lang="en-US" sz="2000" dirty="0"/>
              <a:t> that make the system useful in practice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89149296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idx="1"/>
          </p:nvPr>
        </p:nvSpPr>
        <p:spPr/>
        <p:txBody>
          <a:bodyPr/>
          <a:lstStyle/>
          <a:p>
            <a:r>
              <a:rPr lang="en-US" dirty="0"/>
              <a:t>Requirements derived from </a:t>
            </a:r>
            <a:r>
              <a:rPr lang="en-US" b="1" dirty="0"/>
              <a:t>how people actually work</a:t>
            </a:r>
            <a:r>
              <a:rPr lang="en-US" dirty="0"/>
              <a:t>, rather than how process definitions say they </a:t>
            </a:r>
            <a:r>
              <a:rPr lang="en-US" i="1" dirty="0"/>
              <a:t>should</a:t>
            </a:r>
            <a:r>
              <a:rPr lang="en-US" dirty="0"/>
              <a:t> work</a:t>
            </a:r>
          </a:p>
          <a:p>
            <a:r>
              <a:rPr lang="en-US" dirty="0"/>
              <a:t>Requirements that emerge from </a:t>
            </a:r>
            <a:r>
              <a:rPr lang="en-US" b="1" dirty="0"/>
              <a:t>cooperation and awareness of others’ activities</a:t>
            </a:r>
          </a:p>
          <a:p>
            <a:pPr lvl="1"/>
            <a:r>
              <a:rPr lang="en-US" dirty="0"/>
              <a:t>Being aware of what others are doing often changes how people perform their own tasks</a:t>
            </a:r>
          </a:p>
          <a:p>
            <a:r>
              <a:rPr lang="en-US" dirty="0"/>
              <a:t>Ethnography is effective for understanding </a:t>
            </a:r>
            <a:r>
              <a:rPr lang="en-US" b="1" dirty="0"/>
              <a:t>existing work practices and processes</a:t>
            </a:r>
            <a:endParaRPr lang="en-US" dirty="0"/>
          </a:p>
          <a:p>
            <a:r>
              <a:rPr lang="en-US" dirty="0"/>
              <a:t>However, it is </a:t>
            </a:r>
            <a:r>
              <a:rPr lang="en-US" b="1" dirty="0"/>
              <a:t>less suitable for identifying entirely new features</a:t>
            </a:r>
            <a:r>
              <a:rPr lang="en-US" dirty="0"/>
              <a:t> that are not grounded in current work</a:t>
            </a:r>
          </a:p>
          <a:p>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dirty="0"/>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107369606"/>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US" dirty="0"/>
              <a:t>Combining Ethnography and Prototyping for Better Requirements</a:t>
            </a:r>
            <a:endParaRPr lang="en-GB" dirty="0"/>
          </a:p>
        </p:txBody>
      </p:sp>
      <p:sp>
        <p:nvSpPr>
          <p:cNvPr id="37891" name="Rectangle 3"/>
          <p:cNvSpPr>
            <a:spLocks noGrp="1" noChangeArrowheads="1"/>
          </p:cNvSpPr>
          <p:nvPr>
            <p:ph idx="1"/>
          </p:nvPr>
        </p:nvSpPr>
        <p:spPr>
          <a:noFill/>
          <a:ln/>
        </p:spPr>
        <p:txBody>
          <a:bodyPr lIns="90487" tIns="44450" rIns="90487" bIns="44450"/>
          <a:lstStyle/>
          <a:p>
            <a:r>
              <a:rPr lang="en-US" dirty="0"/>
              <a:t>Ethnography and prototyping can work together during requirements engineering to make the system development more efficient:</a:t>
            </a:r>
          </a:p>
          <a:p>
            <a:pPr lvl="1"/>
            <a:r>
              <a:rPr lang="en-US" b="1" dirty="0"/>
              <a:t>Ethnography first helps developers understand real work practices</a:t>
            </a:r>
          </a:p>
          <a:p>
            <a:pPr lvl="2"/>
            <a:r>
              <a:rPr lang="en-US" dirty="0"/>
              <a:t>This allows them to build a prototype that already fits how people actually work.</a:t>
            </a:r>
          </a:p>
          <a:p>
            <a:pPr lvl="1"/>
            <a:r>
              <a:rPr lang="en-US" b="1" dirty="0"/>
              <a:t>Because the prototype is initially more accurate</a:t>
            </a:r>
            <a:r>
              <a:rPr lang="en-US" dirty="0"/>
              <a:t>,</a:t>
            </a:r>
          </a:p>
          <a:p>
            <a:pPr lvl="2"/>
            <a:r>
              <a:rPr lang="en-US" dirty="0"/>
              <a:t>There are </a:t>
            </a:r>
            <a:r>
              <a:rPr lang="en-US" b="1" dirty="0"/>
              <a:t>fewer redesign and refinement cycles</a:t>
            </a:r>
            <a:r>
              <a:rPr lang="en-US" dirty="0"/>
              <a:t> later.</a:t>
            </a:r>
          </a:p>
          <a:p>
            <a:pPr lvl="1"/>
            <a:r>
              <a:rPr lang="en-US" b="1" dirty="0"/>
              <a:t>The prototype also guides further ethnographic observation</a:t>
            </a:r>
          </a:p>
          <a:p>
            <a:pPr lvl="2"/>
            <a:r>
              <a:rPr lang="en-US" dirty="0"/>
              <a:t>When users interact with the prototype, they reveal problems, missing features, or confusion points.</a:t>
            </a:r>
          </a:p>
          <a:p>
            <a:pPr lvl="2"/>
            <a:r>
              <a:rPr lang="en-US" dirty="0"/>
              <a:t>The ethnographer can then ask better questions and observe more targeted behaviors.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7112353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a:t>Ethnography and prototyping for requirements analysis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pic>
        <p:nvPicPr>
          <p:cNvPr id="4" name="Picture 3" descr="4.16 Ethno-prototyping.eps"/>
          <p:cNvPicPr>
            <a:picLocks noChangeAspect="1"/>
          </p:cNvPicPr>
          <p:nvPr/>
        </p:nvPicPr>
        <p:blipFill>
          <a:blip r:embed="rId3"/>
          <a:stretch>
            <a:fillRect/>
          </a:stretch>
        </p:blipFill>
        <p:spPr>
          <a:xfrm>
            <a:off x="1143000" y="2819400"/>
            <a:ext cx="7394864" cy="19367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911646379"/>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Stories and scenarios</a:t>
            </a:r>
          </a:p>
        </p:txBody>
      </p:sp>
      <p:sp>
        <p:nvSpPr>
          <p:cNvPr id="90115" name="Rectangle 3"/>
          <p:cNvSpPr>
            <a:spLocks noGrp="1" noChangeArrowheads="1"/>
          </p:cNvSpPr>
          <p:nvPr>
            <p:ph idx="1"/>
          </p:nvPr>
        </p:nvSpPr>
        <p:spPr/>
        <p:txBody>
          <a:bodyPr/>
          <a:lstStyle/>
          <a:p>
            <a:r>
              <a:rPr lang="en-US" dirty="0"/>
              <a:t>Scenarios and user stories are real-life examples of how a system can be used.</a:t>
            </a:r>
          </a:p>
          <a:p>
            <a:r>
              <a:rPr lang="en-US" dirty="0"/>
              <a:t>Stories and scenarios are a description of how a system may be used for a particular task.</a:t>
            </a:r>
          </a:p>
          <a:p>
            <a:r>
              <a:rPr lang="en-US" dirty="0"/>
              <a:t>Because they are based on a practical situation, stakeholders can relate to them and can comment on their situation with respect to the story.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Photo sharing in the classroom (</a:t>
            </a:r>
            <a:r>
              <a:rPr lang="en-US" dirty="0" err="1"/>
              <a:t>iLearn</a:t>
            </a:r>
            <a:r>
              <a:rPr lang="en-US" dirty="0"/>
              <a:t>)</a:t>
            </a:r>
          </a:p>
        </p:txBody>
      </p:sp>
      <p:sp>
        <p:nvSpPr>
          <p:cNvPr id="3" name="Content Placeholder 2"/>
          <p:cNvSpPr>
            <a:spLocks noGrp="1"/>
          </p:cNvSpPr>
          <p:nvPr>
            <p:ph idx="1"/>
          </p:nvPr>
        </p:nvSpPr>
        <p:spPr/>
        <p:txBody>
          <a:bodyPr/>
          <a:lstStyle/>
          <a:p>
            <a:r>
              <a:rPr lang="en-GB" sz="1600" dirty="0"/>
              <a:t>Jack is a primary school teacher in Ullapool (a village in northern Scotland). He has decided that a class project should be focused around the fishing industry in the area, looking at the history, development and economic impact of fishing. As part of this, pupils are asked to gather and share reminiscences from relatives, use newspaper archives and collect old photographs related to fishing and fishing communities in the area. Pupils use an </a:t>
            </a:r>
            <a:r>
              <a:rPr lang="en-GB" sz="1600" dirty="0" err="1"/>
              <a:t>iLearn</a:t>
            </a:r>
            <a:r>
              <a:rPr lang="en-GB" sz="1600" dirty="0"/>
              <a:t> wiki to gather together fishing stories and SCRAN (a history resources site) to access newspaper archives and photographs. However, Jack also needs a photo sharing site as he wants pupils to take and comment on each others’ photos and to upload scans of old photographs that they may have in their families.</a:t>
            </a:r>
            <a:br>
              <a:rPr lang="en-GB" sz="1600" dirty="0"/>
            </a:br>
            <a:br>
              <a:rPr lang="en-GB" sz="1600" dirty="0"/>
            </a:br>
            <a:r>
              <a:rPr lang="en-GB" sz="1600" dirty="0"/>
              <a:t>Jack sends an email to a primary school teachers group, which he is a member of to see if anyone can recommend an appropriate system. Two teachers reply and both suggest that he uses </a:t>
            </a:r>
            <a:r>
              <a:rPr lang="en-GB" sz="1600" dirty="0" err="1"/>
              <a:t>KidsTakePics</a:t>
            </a:r>
            <a:r>
              <a:rPr lang="en-GB" sz="1600" dirty="0"/>
              <a:t>, a photo sharing site that allows teachers to check and moderate content. As </a:t>
            </a:r>
            <a:r>
              <a:rPr lang="en-GB" sz="1600" dirty="0" err="1"/>
              <a:t>KidsTakePics</a:t>
            </a:r>
            <a:r>
              <a:rPr lang="en-GB" sz="1600" dirty="0"/>
              <a:t> is not integrated with the </a:t>
            </a:r>
            <a:r>
              <a:rPr lang="en-GB" sz="1600" dirty="0" err="1"/>
              <a:t>iLearn</a:t>
            </a:r>
            <a:r>
              <a:rPr lang="en-GB" sz="1600" dirty="0"/>
              <a:t> authentication service, he sets up a teacher and a class account. He uses the </a:t>
            </a:r>
            <a:r>
              <a:rPr lang="en-GB" sz="1600" dirty="0" err="1"/>
              <a:t>iLearn</a:t>
            </a:r>
            <a:r>
              <a:rPr lang="en-GB" sz="1600" dirty="0"/>
              <a:t> setup service to add </a:t>
            </a:r>
            <a:r>
              <a:rPr lang="en-GB" sz="1600" dirty="0" err="1"/>
              <a:t>KidsTakePics</a:t>
            </a:r>
            <a:r>
              <a:rPr lang="en-GB" sz="1600" dirty="0"/>
              <a:t> to the services seen by the pupils in his class so that when they log in, they can immediately use the system to upload photos from their mobile devices and class computers.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672866641"/>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3D72D-09BC-EA27-C055-D631D3951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B661E-752D-29AB-3CD3-E4BE25F7E56F}"/>
              </a:ext>
            </a:extLst>
          </p:cNvPr>
          <p:cNvSpPr>
            <a:spLocks noGrp="1"/>
          </p:cNvSpPr>
          <p:nvPr>
            <p:ph type="title"/>
          </p:nvPr>
        </p:nvSpPr>
        <p:spPr/>
        <p:txBody>
          <a:bodyPr/>
          <a:lstStyle/>
          <a:p>
            <a:r>
              <a:rPr lang="en-US" dirty="0"/>
              <a:t>Photo sharing in the classroom (</a:t>
            </a:r>
            <a:r>
              <a:rPr lang="en-US" dirty="0" err="1"/>
              <a:t>iLearn</a:t>
            </a:r>
            <a:r>
              <a:rPr lang="en-US" dirty="0"/>
              <a:t>)</a:t>
            </a:r>
          </a:p>
        </p:txBody>
      </p:sp>
      <p:sp>
        <p:nvSpPr>
          <p:cNvPr id="3" name="Content Placeholder 2">
            <a:extLst>
              <a:ext uri="{FF2B5EF4-FFF2-40B4-BE49-F238E27FC236}">
                <a16:creationId xmlns:a16="http://schemas.microsoft.com/office/drawing/2014/main" id="{2BA2CF8E-84BB-CC25-B553-70928F68F68D}"/>
              </a:ext>
            </a:extLst>
          </p:cNvPr>
          <p:cNvSpPr>
            <a:spLocks noGrp="1"/>
          </p:cNvSpPr>
          <p:nvPr>
            <p:ph idx="1"/>
          </p:nvPr>
        </p:nvSpPr>
        <p:spPr/>
        <p:txBody>
          <a:bodyPr/>
          <a:lstStyle/>
          <a:p>
            <a:r>
              <a:rPr lang="en-US" dirty="0"/>
              <a:t>Jack is a primary school teacher who is running a project about the </a:t>
            </a:r>
            <a:r>
              <a:rPr lang="en-US" b="1" dirty="0"/>
              <a:t>local fishing industry</a:t>
            </a:r>
            <a:r>
              <a:rPr lang="en-US" dirty="0"/>
              <a:t>.</a:t>
            </a:r>
          </a:p>
          <a:p>
            <a:pPr lvl="1"/>
            <a:r>
              <a:rPr lang="en-US" dirty="0"/>
              <a:t>The project involves collecting stories, historical information, and especially </a:t>
            </a:r>
            <a:r>
              <a:rPr lang="en-US" b="1" dirty="0"/>
              <a:t>old and new photographs</a:t>
            </a:r>
            <a:r>
              <a:rPr lang="en-US" dirty="0"/>
              <a:t> from the community.</a:t>
            </a:r>
          </a:p>
          <a:p>
            <a:r>
              <a:rPr lang="en-US" dirty="0"/>
              <a:t>Students are already using:</a:t>
            </a:r>
          </a:p>
          <a:p>
            <a:pPr lvl="1"/>
            <a:r>
              <a:rPr lang="en-US" dirty="0"/>
              <a:t>The </a:t>
            </a:r>
            <a:r>
              <a:rPr lang="en-US" b="1" dirty="0" err="1"/>
              <a:t>iLearn</a:t>
            </a:r>
            <a:r>
              <a:rPr lang="en-US" b="1" dirty="0"/>
              <a:t> wiki</a:t>
            </a:r>
            <a:r>
              <a:rPr lang="en-US" dirty="0"/>
              <a:t> to gather stories</a:t>
            </a:r>
          </a:p>
          <a:p>
            <a:pPr lvl="1"/>
            <a:r>
              <a:rPr lang="en-US" b="1" dirty="0"/>
              <a:t>SCRAN</a:t>
            </a:r>
            <a:r>
              <a:rPr lang="en-US" dirty="0"/>
              <a:t> to access historical archives</a:t>
            </a:r>
          </a:p>
          <a:p>
            <a:r>
              <a:rPr lang="en-US" dirty="0"/>
              <a:t>But Jack realizes something is missing — a </a:t>
            </a:r>
            <a:r>
              <a:rPr lang="en-US" b="1" dirty="0"/>
              <a:t>photo sharing system</a:t>
            </a:r>
            <a:r>
              <a:rPr lang="en-US" dirty="0"/>
              <a:t> where students can:</a:t>
            </a:r>
          </a:p>
          <a:p>
            <a:pPr lvl="1"/>
            <a:r>
              <a:rPr lang="en-US" dirty="0"/>
              <a:t>Upload photos they take</a:t>
            </a:r>
          </a:p>
          <a:p>
            <a:pPr lvl="1"/>
            <a:r>
              <a:rPr lang="en-US" dirty="0"/>
              <a:t>Upload scanned old family photos</a:t>
            </a:r>
          </a:p>
          <a:p>
            <a:pPr lvl="1"/>
            <a:r>
              <a:rPr lang="en-US" dirty="0"/>
              <a:t>View and comment on each other’s images</a:t>
            </a:r>
          </a:p>
          <a:p>
            <a:endParaRPr lang="en-US" dirty="0"/>
          </a:p>
        </p:txBody>
      </p:sp>
      <p:sp>
        <p:nvSpPr>
          <p:cNvPr id="4" name="Footer Placeholder 3">
            <a:extLst>
              <a:ext uri="{FF2B5EF4-FFF2-40B4-BE49-F238E27FC236}">
                <a16:creationId xmlns:a16="http://schemas.microsoft.com/office/drawing/2014/main" id="{DBB33DA1-ED03-95DA-ACC1-5013EEB3C663}"/>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74CA0DB8-D4B3-E496-3F24-E153C2B697E6}"/>
              </a:ext>
            </a:extLst>
          </p:cNvPr>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6" name="Date Placeholder 5">
            <a:extLst>
              <a:ext uri="{FF2B5EF4-FFF2-40B4-BE49-F238E27FC236}">
                <a16:creationId xmlns:a16="http://schemas.microsoft.com/office/drawing/2014/main" id="{18F58130-B7F0-132C-335A-B105E2D80C2B}"/>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97596937"/>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A6FC8-69BA-366B-4310-BFABA506B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56B72-60F8-4FDA-7E35-E6C6F89B7DBE}"/>
              </a:ext>
            </a:extLst>
          </p:cNvPr>
          <p:cNvSpPr>
            <a:spLocks noGrp="1"/>
          </p:cNvSpPr>
          <p:nvPr>
            <p:ph type="title"/>
          </p:nvPr>
        </p:nvSpPr>
        <p:spPr/>
        <p:txBody>
          <a:bodyPr/>
          <a:lstStyle/>
          <a:p>
            <a:r>
              <a:rPr lang="en-US" dirty="0"/>
              <a:t>Photo sharing in the classroom (</a:t>
            </a:r>
            <a:r>
              <a:rPr lang="en-US" dirty="0" err="1"/>
              <a:t>iLearn</a:t>
            </a:r>
            <a:r>
              <a:rPr lang="en-US" dirty="0"/>
              <a:t>)</a:t>
            </a:r>
          </a:p>
        </p:txBody>
      </p:sp>
      <p:sp>
        <p:nvSpPr>
          <p:cNvPr id="3" name="Content Placeholder 2">
            <a:extLst>
              <a:ext uri="{FF2B5EF4-FFF2-40B4-BE49-F238E27FC236}">
                <a16:creationId xmlns:a16="http://schemas.microsoft.com/office/drawing/2014/main" id="{D1C629A3-ABF2-BEFE-4241-75C7E09A88E6}"/>
              </a:ext>
            </a:extLst>
          </p:cNvPr>
          <p:cNvSpPr>
            <a:spLocks noGrp="1"/>
          </p:cNvSpPr>
          <p:nvPr>
            <p:ph idx="1"/>
          </p:nvPr>
        </p:nvSpPr>
        <p:spPr/>
        <p:txBody>
          <a:bodyPr/>
          <a:lstStyle/>
          <a:p>
            <a:r>
              <a:rPr lang="en-US" dirty="0"/>
              <a:t>So, Jack looks for a suitable tool and finds </a:t>
            </a:r>
            <a:r>
              <a:rPr lang="en-US" b="1" dirty="0" err="1"/>
              <a:t>KidsTakePics</a:t>
            </a:r>
            <a:r>
              <a:rPr lang="en-US" dirty="0"/>
              <a:t>, a photo-sharing site designed for schools with teacher moderation features.</a:t>
            </a:r>
          </a:p>
          <a:p>
            <a:r>
              <a:rPr lang="en-US" dirty="0"/>
              <a:t>However, this system is </a:t>
            </a:r>
            <a:r>
              <a:rPr lang="en-US" b="1" dirty="0"/>
              <a:t>not integrated</a:t>
            </a:r>
            <a:r>
              <a:rPr lang="en-US" dirty="0"/>
              <a:t> with </a:t>
            </a:r>
            <a:r>
              <a:rPr lang="en-US" dirty="0" err="1"/>
              <a:t>iLearn</a:t>
            </a:r>
            <a:r>
              <a:rPr lang="en-US" dirty="0"/>
              <a:t> authentication. That creates additional requirements:</a:t>
            </a:r>
          </a:p>
          <a:p>
            <a:pPr lvl="1"/>
            <a:r>
              <a:rPr lang="en-US" dirty="0"/>
              <a:t>Jack must create </a:t>
            </a:r>
            <a:r>
              <a:rPr lang="en-US" b="1" dirty="0"/>
              <a:t>separate teacher and class accounts</a:t>
            </a:r>
            <a:endParaRPr lang="en-US" dirty="0"/>
          </a:p>
          <a:p>
            <a:pPr lvl="1"/>
            <a:r>
              <a:rPr lang="en-US" dirty="0"/>
              <a:t>The system must still be </a:t>
            </a:r>
            <a:r>
              <a:rPr lang="en-US" b="1" dirty="0"/>
              <a:t>easy for students to access</a:t>
            </a:r>
            <a:endParaRPr lang="en-US" dirty="0"/>
          </a:p>
          <a:p>
            <a:pPr lvl="1"/>
            <a:r>
              <a:rPr lang="en-US" dirty="0"/>
              <a:t>It must work on </a:t>
            </a:r>
            <a:r>
              <a:rPr lang="en-US" b="1" dirty="0"/>
              <a:t>mobile devices and classroom computers</a:t>
            </a:r>
            <a:endParaRPr lang="en-US" dirty="0"/>
          </a:p>
          <a:p>
            <a:endParaRPr lang="en-US" dirty="0"/>
          </a:p>
        </p:txBody>
      </p:sp>
      <p:sp>
        <p:nvSpPr>
          <p:cNvPr id="4" name="Footer Placeholder 3">
            <a:extLst>
              <a:ext uri="{FF2B5EF4-FFF2-40B4-BE49-F238E27FC236}">
                <a16:creationId xmlns:a16="http://schemas.microsoft.com/office/drawing/2014/main" id="{A523B8BE-5DF2-DD5F-F945-E43E54527434}"/>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C2648DF1-6D14-12C8-C0FD-8DEC0B4FAA1C}"/>
              </a:ext>
            </a:extLst>
          </p:cNvPr>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a:extLst>
              <a:ext uri="{FF2B5EF4-FFF2-40B4-BE49-F238E27FC236}">
                <a16:creationId xmlns:a16="http://schemas.microsoft.com/office/drawing/2014/main" id="{2D90CCD9-5FAA-3D23-C36E-B6AFB3B800C4}"/>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20939536"/>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lstStyle/>
          <a:p>
            <a:r>
              <a:rPr lang="en-US" dirty="0"/>
              <a:t>A scenario is basically a </a:t>
            </a:r>
            <a:r>
              <a:rPr lang="en-US" b="1" dirty="0"/>
              <a:t>structured version of a user story</a:t>
            </a:r>
            <a:r>
              <a:rPr lang="en-US" dirty="0"/>
              <a:t>. </a:t>
            </a:r>
          </a:p>
          <a:p>
            <a:pPr lvl="1"/>
            <a:r>
              <a:rPr lang="en-US" dirty="0"/>
              <a:t>It describes, step by step, how a user interacts with a system in a specific situation</a:t>
            </a:r>
          </a:p>
          <a:p>
            <a:r>
              <a:rPr lang="en-US" dirty="0"/>
              <a:t>Scenarios should include</a:t>
            </a:r>
          </a:p>
          <a:p>
            <a:pPr lvl="1"/>
            <a:r>
              <a:rPr lang="en-US" dirty="0"/>
              <a:t>A description of the starting situation;</a:t>
            </a:r>
          </a:p>
          <a:p>
            <a:pPr lvl="1"/>
            <a:r>
              <a:rPr lang="en-US" dirty="0"/>
              <a:t>A description of the normal flow of events;</a:t>
            </a:r>
          </a:p>
          <a:p>
            <a:pPr lvl="1"/>
            <a:r>
              <a:rPr lang="en-US" dirty="0"/>
              <a:t>A description of what can go wrong;</a:t>
            </a:r>
          </a:p>
          <a:p>
            <a:pPr lvl="1"/>
            <a:r>
              <a:rPr lang="en-US" dirty="0"/>
              <a:t>Information about other concurrent activities;</a:t>
            </a:r>
          </a:p>
          <a:p>
            <a:pPr lvl="1"/>
            <a:r>
              <a:rPr lang="en-US" dirty="0"/>
              <a:t>A description of the state when the scenario finishes.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31927789"/>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Uploading photos (</a:t>
            </a:r>
            <a:r>
              <a:rPr lang="en-US" dirty="0" err="1"/>
              <a:t>iLearn</a:t>
            </a:r>
            <a:r>
              <a:rPr lang="en-US" dirty="0"/>
              <a:t>)</a:t>
            </a:r>
          </a:p>
        </p:txBody>
      </p:sp>
      <p:sp>
        <p:nvSpPr>
          <p:cNvPr id="3" name="Content Placeholder 2"/>
          <p:cNvSpPr>
            <a:spLocks noGrp="1"/>
          </p:cNvSpPr>
          <p:nvPr>
            <p:ph idx="1"/>
          </p:nvPr>
        </p:nvSpPr>
        <p:spPr/>
        <p:txBody>
          <a:bodyPr/>
          <a:lstStyle/>
          <a:p>
            <a:r>
              <a:rPr lang="en-US" sz="2000" b="1" dirty="0"/>
              <a:t>Initial assumption</a:t>
            </a:r>
            <a:r>
              <a:rPr lang="en-US" sz="2000" dirty="0"/>
              <a:t>: A user or a group of users have one or more digital photographs to be uploaded to the picture sharing site. These are saved on either a tablet or laptop computer. They have successfully logged on to </a:t>
            </a:r>
            <a:r>
              <a:rPr lang="en-US" sz="2000" dirty="0" err="1"/>
              <a:t>KidsTakePics</a:t>
            </a:r>
            <a:r>
              <a:rPr lang="en-US" sz="2000" dirty="0"/>
              <a:t>.</a:t>
            </a:r>
          </a:p>
          <a:p>
            <a:r>
              <a:rPr lang="en-US" sz="2000" b="1" dirty="0"/>
              <a:t>Normal</a:t>
            </a:r>
            <a:r>
              <a:rPr lang="en-US" sz="2000" dirty="0"/>
              <a:t>:  The user chooses upload photos and they are prompted to select the photos to be uploaded on their computer and to select the project name under which the photos will be stored. They should also be given the option of inputting keywords that should be associated with each uploaded photo. Uploaded photos are named by creating a conjunction of the user name with the filename of the photo on the local computer.</a:t>
            </a:r>
          </a:p>
          <a:p>
            <a:pPr marL="400050" lvl="1" indent="0">
              <a:buNone/>
            </a:pPr>
            <a:r>
              <a:rPr lang="en-US" dirty="0"/>
              <a:t>On completion of the upload, the system automatically sends an email to the project moderator asking them to check new content and generates an on-screen message to the user that this has been done. </a:t>
            </a:r>
          </a:p>
          <a:p>
            <a:endParaRPr lang="en-US" sz="14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0547053"/>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Uploading photos</a:t>
            </a:r>
          </a:p>
        </p:txBody>
      </p:sp>
      <p:sp>
        <p:nvSpPr>
          <p:cNvPr id="3" name="Content Placeholder 2"/>
          <p:cNvSpPr>
            <a:spLocks noGrp="1"/>
          </p:cNvSpPr>
          <p:nvPr>
            <p:ph idx="1"/>
          </p:nvPr>
        </p:nvSpPr>
        <p:spPr/>
        <p:txBody>
          <a:bodyPr/>
          <a:lstStyle/>
          <a:p>
            <a:r>
              <a:rPr lang="en-US" sz="2000" b="1" dirty="0"/>
              <a:t>What can go wrong</a:t>
            </a:r>
            <a:r>
              <a:rPr lang="en-US" sz="2000" dirty="0"/>
              <a:t>: </a:t>
            </a:r>
          </a:p>
          <a:p>
            <a:pPr lvl="1"/>
            <a:r>
              <a:rPr lang="en-US" sz="1600" dirty="0"/>
              <a:t>No moderator is associated with the selected project. An email is automatically generated to the school administrator asking them to nominate a project moderator. Users should be informed that there could be a delay in making their photos visible.</a:t>
            </a:r>
          </a:p>
          <a:p>
            <a:pPr lvl="1"/>
            <a:r>
              <a:rPr lang="en-US" sz="1600" dirty="0"/>
              <a:t>Photos with the same name have already been uploaded by the same user.  The user should be asked if they wish to re-upload the photos with the same name, rename the photos or cancel the upload. If they chose to re-upload the photos, the originals are overwritten. If they chose to rename the photos, a new name is automatically generated by adding a number to the existing file name.</a:t>
            </a:r>
          </a:p>
          <a:p>
            <a:r>
              <a:rPr lang="en-US" sz="2000" b="1" dirty="0"/>
              <a:t>Other activities:  </a:t>
            </a:r>
            <a:r>
              <a:rPr lang="en-US" sz="2000" dirty="0"/>
              <a:t>The moderator may be logged on to the system and may approve photos as they are uploaded.</a:t>
            </a:r>
          </a:p>
          <a:p>
            <a:r>
              <a:rPr lang="en-US" sz="2000" b="1" dirty="0"/>
              <a:t>System state on completion</a:t>
            </a:r>
            <a:r>
              <a:rPr lang="en-US" sz="2000" dirty="0"/>
              <a:t>: User is logged on. The selected photos have been uploaded and assigned a status ‘awaiting moderation’.  Photos are visible to the moderator and to the user who uploaded them.</a:t>
            </a:r>
          </a:p>
          <a:p>
            <a:endParaRPr lang="en-US" sz="16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7016561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specification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r>
              <a:rPr lang="en-US" dirty="0"/>
              <a:t>The process of writing down the user and system requirements in a requirements document.</a:t>
            </a:r>
          </a:p>
          <a:p>
            <a:r>
              <a:rPr lang="en-US" b="1" dirty="0"/>
              <a:t>User requirements </a:t>
            </a:r>
            <a:r>
              <a:rPr lang="en-US" dirty="0"/>
              <a:t>have to be understandable by end-users and customers who do not have a technical background.</a:t>
            </a:r>
          </a:p>
          <a:p>
            <a:r>
              <a:rPr lang="en-US" b="1" dirty="0"/>
              <a:t>System requirements</a:t>
            </a:r>
            <a:r>
              <a:rPr lang="en-US" dirty="0"/>
              <a:t> are more detailed requirements and may include more technical information.</a:t>
            </a:r>
          </a:p>
          <a:p>
            <a:r>
              <a:rPr lang="en-US" dirty="0"/>
              <a:t>The requirements may be part of a contract for the system development</a:t>
            </a:r>
          </a:p>
          <a:p>
            <a:pPr lvl="1"/>
            <a:r>
              <a:rPr lang="en-US" dirty="0"/>
              <a:t>It is therefore important that these are as complete as possible.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graphicFrame>
        <p:nvGraphicFramePr>
          <p:cNvPr id="5" name="Table 4"/>
          <p:cNvGraphicFramePr>
            <a:graphicFrameLocks noGrp="1"/>
          </p:cNvGraphicFramePr>
          <p:nvPr/>
        </p:nvGraphicFramePr>
        <p:xfrm>
          <a:off x="457200" y="1595479"/>
          <a:ext cx="8153400" cy="4701647"/>
        </p:xfrm>
        <a:graphic>
          <a:graphicData uri="http://schemas.openxmlformats.org/drawingml/2006/table">
            <a:tbl>
              <a:tblPr/>
              <a:tblGrid>
                <a:gridCol w="1783556">
                  <a:extLst>
                    <a:ext uri="{9D8B030D-6E8A-4147-A177-3AD203B41FA5}">
                      <a16:colId xmlns:a16="http://schemas.microsoft.com/office/drawing/2014/main" val="20000"/>
                    </a:ext>
                  </a:extLst>
                </a:gridCol>
                <a:gridCol w="6369844">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defTabSz="914400" eaLnBrk="0" hangingPunct="0">
              <a:spcBef>
                <a:spcPct val="0"/>
              </a:spcBef>
              <a:spcAft>
                <a:spcPct val="0"/>
              </a:spcAft>
            </a:pPr>
            <a:r>
              <a:rPr lang="en-US" dirty="0"/>
              <a:t>A system architecture may be designed to structure the requirements; </a:t>
            </a:r>
          </a:p>
          <a:p>
            <a:pPr lvl="1" defTabSz="914400" eaLnBrk="0" hangingPunct="0">
              <a:spcBef>
                <a:spcPct val="0"/>
              </a:spcBef>
              <a:spcAft>
                <a:spcPct val="0"/>
              </a:spcAft>
            </a:pPr>
            <a:r>
              <a:rPr lang="en-US" dirty="0"/>
              <a:t>The system may inter-operate with other systems that generate design requirements; </a:t>
            </a:r>
          </a:p>
          <a:p>
            <a:pPr lvl="1" defTabSz="914400" eaLnBrk="0" hangingPunct="0">
              <a:spcBef>
                <a:spcPct val="0"/>
              </a:spcBef>
              <a:spcAft>
                <a:spcPct val="0"/>
              </a:spcAft>
            </a:pPr>
            <a:r>
              <a:rPr lang="en-US" dirty="0"/>
              <a:t>The use of a specific architecture to satisfy non-functional requirements may be a domain requirement. </a:t>
            </a:r>
          </a:p>
          <a:p>
            <a:pPr lvl="1" defTabSz="914400" eaLnBrk="0" hangingPunct="0">
              <a:spcBef>
                <a:spcPct val="0"/>
              </a:spcBef>
              <a:spcAft>
                <a:spcPct val="0"/>
              </a:spcAft>
            </a:pPr>
            <a:r>
              <a:rPr lang="en-US" dirty="0"/>
              <a:t>This may be the consequence of a regulatory requirement.</a:t>
            </a:r>
            <a:endParaRPr lang="en-US" altLang="en-US" sz="1400" dirty="0">
              <a:solidFill>
                <a:schemeClr val="tx1"/>
              </a:solidFill>
              <a:latin typeface="Arial" panose="020B0604020202020204" pitchFamily="34" charset="0"/>
            </a:endParaRP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
        <p:nvSpPr>
          <p:cNvPr id="5" name="Rectangle 1">
            <a:extLst>
              <a:ext uri="{FF2B5EF4-FFF2-40B4-BE49-F238E27FC236}">
                <a16:creationId xmlns:a16="http://schemas.microsoft.com/office/drawing/2014/main" id="{1CEEE40C-3BED-766F-2462-0481B994930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2262479"/>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a:t>
            </a:r>
            <a:r>
              <a:rPr lang="en-US" b="1" dirty="0"/>
              <a:t>expressive</a:t>
            </a:r>
            <a:r>
              <a:rPr lang="en-US" dirty="0"/>
              <a:t>, </a:t>
            </a:r>
            <a:r>
              <a:rPr lang="en-US" b="1" dirty="0"/>
              <a:t>intuitive</a:t>
            </a:r>
            <a:r>
              <a:rPr lang="en-US" dirty="0"/>
              <a:t> and </a:t>
            </a:r>
            <a:r>
              <a:rPr lang="en-US" b="1" dirty="0"/>
              <a:t>universal</a:t>
            </a:r>
            <a:r>
              <a:rPr lang="en-US" dirty="0"/>
              <a:t>. This means that the requirements  can be understood by users and customers.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a:xfrm>
            <a:off x="381000" y="1624998"/>
            <a:ext cx="8763000" cy="4525963"/>
          </a:xfrm>
        </p:spPr>
        <p:txBody>
          <a:bodyPr/>
          <a:lstStyle/>
          <a:p>
            <a:r>
              <a:rPr lang="en-GB" dirty="0"/>
              <a:t>Invent a standard format and use it for all requirements.</a:t>
            </a:r>
          </a:p>
          <a:p>
            <a:pPr lvl="1"/>
            <a:r>
              <a:rPr lang="en-US" dirty="0"/>
              <a:t>Consistency is very important. When every requirement follows the same structure, it becomes easier to: Read, Review, Test, Trace.</a:t>
            </a:r>
          </a:p>
          <a:p>
            <a:r>
              <a:rPr lang="en-GB" dirty="0"/>
              <a:t>Use language in a consistent way. Use </a:t>
            </a:r>
            <a:r>
              <a:rPr lang="en-GB" b="1" dirty="0"/>
              <a:t>shall </a:t>
            </a:r>
            <a:r>
              <a:rPr lang="en-GB" dirty="0"/>
              <a:t>for mandatory requirements, </a:t>
            </a:r>
            <a:r>
              <a:rPr lang="en-GB" b="1" dirty="0"/>
              <a:t>should</a:t>
            </a:r>
            <a:r>
              <a:rPr lang="en-GB" dirty="0"/>
              <a:t> for desirable requirements.</a:t>
            </a:r>
          </a:p>
          <a:p>
            <a:r>
              <a:rPr lang="en-GB" dirty="0"/>
              <a:t>Use text highlighting to identify key parts of the requirement, </a:t>
            </a:r>
            <a:r>
              <a:rPr lang="en-US" dirty="0"/>
              <a:t>such as: System name, Actions, and Conditions</a:t>
            </a:r>
            <a:endParaRPr lang="en-GB" dirty="0"/>
          </a:p>
          <a:p>
            <a:r>
              <a:rPr lang="en-GB" dirty="0"/>
              <a:t>Avoid the use of computer jargon.</a:t>
            </a:r>
          </a:p>
          <a:p>
            <a:r>
              <a:rPr lang="en-GB" dirty="0"/>
              <a:t>Include an explanation (rationale) of why a requirement is necessary.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a:xfrm>
            <a:off x="457200" y="1412776"/>
            <a:ext cx="8229600" cy="4525963"/>
          </a:xfrm>
        </p:spPr>
        <p:txBody>
          <a:bodyPr/>
          <a:lstStyle/>
          <a:p>
            <a:r>
              <a:rPr lang="en-GB" sz="2800" dirty="0"/>
              <a:t>Lack of clarity </a:t>
            </a:r>
          </a:p>
          <a:p>
            <a:pPr lvl="1"/>
            <a:r>
              <a:rPr lang="en-GB" sz="2400" dirty="0"/>
              <a:t>Precision is difficult without making the document difficult to read.</a:t>
            </a:r>
          </a:p>
          <a:p>
            <a:r>
              <a:rPr lang="en-GB" sz="2800" dirty="0"/>
              <a:t>Requirements confusion</a:t>
            </a:r>
          </a:p>
          <a:p>
            <a:pPr lvl="1"/>
            <a:r>
              <a:rPr lang="en-GB" sz="2400" dirty="0"/>
              <a:t>Functional and non-functional requirements tend to be mixed-up.</a:t>
            </a:r>
          </a:p>
          <a:p>
            <a:pPr lvl="1"/>
            <a:r>
              <a:rPr lang="en-US" sz="2400" dirty="0"/>
              <a:t>Example:</a:t>
            </a:r>
          </a:p>
          <a:p>
            <a:pPr marL="857250" lvl="2" indent="0">
              <a:buNone/>
            </a:pPr>
            <a:r>
              <a:rPr lang="en-US" sz="2000" dirty="0"/>
              <a:t>“The system shall allow users to search records quickly.”</a:t>
            </a:r>
          </a:p>
          <a:p>
            <a:pPr lvl="2"/>
            <a:r>
              <a:rPr lang="en-US" sz="2000" dirty="0"/>
              <a:t>Here we mixed:</a:t>
            </a:r>
          </a:p>
          <a:p>
            <a:pPr lvl="3"/>
            <a:r>
              <a:rPr lang="en-US" sz="2000" dirty="0"/>
              <a:t>Functional → search records</a:t>
            </a:r>
          </a:p>
          <a:p>
            <a:pPr lvl="3"/>
            <a:r>
              <a:rPr lang="en-US" sz="2000" dirty="0"/>
              <a:t>Non-functional → quickly (performance)</a:t>
            </a:r>
          </a:p>
          <a:p>
            <a:pPr lvl="2"/>
            <a:r>
              <a:rPr lang="en-US" sz="2000" dirty="0"/>
              <a:t>This makes requirements harder to categorize, design, and test.</a:t>
            </a:r>
            <a:endParaRPr lang="en-GB" sz="2000"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7C79-A602-7B8B-A97E-4339C108AA34}"/>
            </a:ext>
          </a:extLst>
        </p:cNvPr>
        <p:cNvGrpSpPr/>
        <p:nvPr/>
      </p:nvGrpSpPr>
      <p:grpSpPr>
        <a:xfrm>
          <a:off x="0" y="0"/>
          <a:ext cx="0" cy="0"/>
          <a:chOff x="0" y="0"/>
          <a:chExt cx="0" cy="0"/>
        </a:xfrm>
      </p:grpSpPr>
      <p:sp>
        <p:nvSpPr>
          <p:cNvPr id="55298" name="Rectangle 2">
            <a:extLst>
              <a:ext uri="{FF2B5EF4-FFF2-40B4-BE49-F238E27FC236}">
                <a16:creationId xmlns:a16="http://schemas.microsoft.com/office/drawing/2014/main" id="{57997A9B-74E4-C98D-5D12-2768B9E497A9}"/>
              </a:ext>
            </a:extLst>
          </p:cNvPr>
          <p:cNvSpPr>
            <a:spLocks noGrp="1" noChangeArrowheads="1"/>
          </p:cNvSpPr>
          <p:nvPr>
            <p:ph type="title"/>
          </p:nvPr>
        </p:nvSpPr>
        <p:spPr/>
        <p:txBody>
          <a:bodyPr/>
          <a:lstStyle/>
          <a:p>
            <a:r>
              <a:rPr lang="en-GB"/>
              <a:t>Problems with natural language</a:t>
            </a:r>
          </a:p>
        </p:txBody>
      </p:sp>
      <p:sp>
        <p:nvSpPr>
          <p:cNvPr id="55299" name="Rectangle 3">
            <a:extLst>
              <a:ext uri="{FF2B5EF4-FFF2-40B4-BE49-F238E27FC236}">
                <a16:creationId xmlns:a16="http://schemas.microsoft.com/office/drawing/2014/main" id="{B5B75B6B-1B60-AFE4-D741-B895DFF5A21A}"/>
              </a:ext>
            </a:extLst>
          </p:cNvPr>
          <p:cNvSpPr>
            <a:spLocks noGrp="1" noChangeArrowheads="1"/>
          </p:cNvSpPr>
          <p:nvPr>
            <p:ph idx="1"/>
          </p:nvPr>
        </p:nvSpPr>
        <p:spPr>
          <a:xfrm>
            <a:off x="457200" y="1412776"/>
            <a:ext cx="8363272" cy="4943574"/>
          </a:xfrm>
        </p:spPr>
        <p:txBody>
          <a:bodyPr/>
          <a:lstStyle/>
          <a:p>
            <a:r>
              <a:rPr lang="en-GB" sz="2800" dirty="0"/>
              <a:t>Requirements amalgamation</a:t>
            </a:r>
          </a:p>
          <a:p>
            <a:pPr lvl="1"/>
            <a:r>
              <a:rPr lang="en-GB" sz="2400" dirty="0"/>
              <a:t>Several different requirements may be expressed together.</a:t>
            </a:r>
          </a:p>
          <a:p>
            <a:pPr lvl="1"/>
            <a:r>
              <a:rPr lang="en-US" sz="2400" dirty="0"/>
              <a:t>Example:</a:t>
            </a:r>
          </a:p>
          <a:p>
            <a:pPr marL="857250" lvl="2" indent="0">
              <a:buNone/>
            </a:pPr>
            <a:r>
              <a:rPr lang="en-US" sz="2000" dirty="0"/>
              <a:t>“The system shall store user data securely and generate weekly reports and allow data export.”</a:t>
            </a:r>
          </a:p>
          <a:p>
            <a:pPr lvl="2"/>
            <a:r>
              <a:rPr lang="en-US" sz="2000" dirty="0"/>
              <a:t>This is actually </a:t>
            </a:r>
            <a:r>
              <a:rPr lang="en-US" sz="2000" b="1" dirty="0"/>
              <a:t>three different requirements</a:t>
            </a:r>
            <a:r>
              <a:rPr lang="en-US" sz="2000" dirty="0"/>
              <a:t>:</a:t>
            </a:r>
          </a:p>
          <a:p>
            <a:pPr lvl="3"/>
            <a:r>
              <a:rPr lang="en-US" sz="2000" dirty="0"/>
              <a:t>Secure data storage</a:t>
            </a:r>
          </a:p>
          <a:p>
            <a:pPr lvl="3"/>
            <a:r>
              <a:rPr lang="en-US" sz="2000" dirty="0"/>
              <a:t>Weekly reports</a:t>
            </a:r>
          </a:p>
          <a:p>
            <a:pPr lvl="3"/>
            <a:r>
              <a:rPr lang="en-US" sz="2000" dirty="0"/>
              <a:t>Data export</a:t>
            </a:r>
          </a:p>
          <a:p>
            <a:pPr lvl="2"/>
            <a:r>
              <a:rPr lang="en-US" sz="2000" dirty="0"/>
              <a:t>Combining them makes tracking and testing difficult.</a:t>
            </a:r>
          </a:p>
          <a:p>
            <a:pPr lvl="2"/>
            <a:endParaRPr lang="en-GB" sz="2000" dirty="0"/>
          </a:p>
        </p:txBody>
      </p:sp>
      <p:sp>
        <p:nvSpPr>
          <p:cNvPr id="2" name="Date Placeholder 1">
            <a:extLst>
              <a:ext uri="{FF2B5EF4-FFF2-40B4-BE49-F238E27FC236}">
                <a16:creationId xmlns:a16="http://schemas.microsoft.com/office/drawing/2014/main" id="{C1B0994A-A01F-C905-5D44-BC84FE490F0C}"/>
              </a:ext>
            </a:extLst>
          </p:cNvPr>
          <p:cNvSpPr>
            <a:spLocks noGrp="1"/>
          </p:cNvSpPr>
          <p:nvPr>
            <p:ph type="dt" sz="half" idx="10"/>
          </p:nvPr>
        </p:nvSpPr>
        <p:spPr/>
        <p:txBody>
          <a:bodyPr/>
          <a:lstStyle/>
          <a:p>
            <a:pPr>
              <a:defRPr/>
            </a:pPr>
            <a:r>
              <a:rPr lang="en-GB" dirty="0"/>
              <a:t>30/10/2014</a:t>
            </a:r>
            <a:endParaRPr lang="en-US" dirty="0"/>
          </a:p>
        </p:txBody>
      </p:sp>
      <p:sp>
        <p:nvSpPr>
          <p:cNvPr id="3" name="Footer Placeholder 2">
            <a:extLst>
              <a:ext uri="{FF2B5EF4-FFF2-40B4-BE49-F238E27FC236}">
                <a16:creationId xmlns:a16="http://schemas.microsoft.com/office/drawing/2014/main" id="{D0F21512-20F2-3BB5-F83B-FFF05373923F}"/>
              </a:ext>
            </a:extLst>
          </p:cNvPr>
          <p:cNvSpPr>
            <a:spLocks noGrp="1"/>
          </p:cNvSpPr>
          <p:nvPr>
            <p:ph type="ftr" sz="quarter" idx="11"/>
          </p:nvPr>
        </p:nvSpPr>
        <p:spPr/>
        <p:txBody>
          <a:bodyPr/>
          <a:lstStyle/>
          <a:p>
            <a:pPr>
              <a:defRPr/>
            </a:pPr>
            <a:r>
              <a:rPr lang="en-US"/>
              <a:t>Chapter 4 Requirements Engineering</a:t>
            </a:r>
          </a:p>
        </p:txBody>
      </p:sp>
      <p:sp>
        <p:nvSpPr>
          <p:cNvPr id="4" name="Slide Number Placeholder 3">
            <a:extLst>
              <a:ext uri="{FF2B5EF4-FFF2-40B4-BE49-F238E27FC236}">
                <a16:creationId xmlns:a16="http://schemas.microsoft.com/office/drawing/2014/main" id="{5773D45F-C881-4A8A-6E58-719327DE5FD9}"/>
              </a:ext>
            </a:extLst>
          </p:cNvPr>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spTree>
    <p:extLst>
      <p:ext uri="{BB962C8B-B14F-4D97-AF65-F5344CB8AC3E}">
        <p14:creationId xmlns:p14="http://schemas.microsoft.com/office/powerpoint/2010/main" val="3447920272"/>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insulin pump software system</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98877174"/>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e.g. requirements for embedded control system but is sometimes too rigid for writing business system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Tree>
    <p:extLst>
      <p:ext uri="{BB962C8B-B14F-4D97-AF65-F5344CB8AC3E}">
        <p14:creationId xmlns:p14="http://schemas.microsoft.com/office/powerpoint/2010/main" val="2423206850"/>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graphicFrame>
        <p:nvGraphicFramePr>
          <p:cNvPr id="27650" name="Object 2"/>
          <p:cNvGraphicFramePr>
            <a:graphicFrameLocks noChangeAspect="1"/>
          </p:cNvGraphicFramePr>
          <p:nvPr/>
        </p:nvGraphicFramePr>
        <p:xfrm>
          <a:off x="1143000" y="2057399"/>
          <a:ext cx="7173416" cy="4000559"/>
        </p:xfrm>
        <a:graphic>
          <a:graphicData uri="http://schemas.openxmlformats.org/presentationml/2006/ole">
            <mc:AlternateContent xmlns:mc="http://schemas.openxmlformats.org/markup-compatibility/2006">
              <mc:Choice xmlns:v="urn:schemas-microsoft-com:vml" Requires="v">
                <p:oleObj name="Document" r:id="rId3" imgW="5943600" imgH="3314700" progId="Word.Document.12">
                  <p:embed/>
                </p:oleObj>
              </mc:Choice>
              <mc:Fallback>
                <p:oleObj name="Document" r:id="rId3" imgW="5943600" imgH="3314700" progId="Word.Document.12">
                  <p:embed/>
                  <p:pic>
                    <p:nvPicPr>
                      <p:cNvPr id="276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57399"/>
                        <a:ext cx="7173416" cy="400055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77089289"/>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name="Document" r:id="rId3" imgW="5943600" imgH="4445000" progId="Word.Document.12">
                  <p:embed/>
                </p:oleObj>
              </mc:Choice>
              <mc:Fallback>
                <p:oleObj name="Document" r:id="rId3" imgW="5943600" imgH="4445000" progId="Word.Document.12">
                  <p:embed/>
                  <p:pic>
                    <p:nvPicPr>
                      <p:cNvPr id="276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p>
          <a:p>
            <a:r>
              <a:rPr lang="en-US" dirty="0"/>
              <a:t>For example, the insulin pump systems bases its computations on the rate of change of blood sugar level and the tabular specification explains how to calculate the insulin requirement for different scenarios.</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a:t>Tabular specification of computation for an insulin pump</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graphicFrame>
        <p:nvGraphicFramePr>
          <p:cNvPr id="4" name="Table 3"/>
          <p:cNvGraphicFramePr>
            <a:graphicFrameLocks noGrp="1"/>
          </p:cNvGraphicFramePr>
          <p:nvPr/>
        </p:nvGraphicFramePr>
        <p:xfrm>
          <a:off x="899593" y="1988840"/>
          <a:ext cx="6902970" cy="4000159"/>
        </p:xfrm>
        <a:graphic>
          <a:graphicData uri="http://schemas.openxmlformats.org/drawingml/2006/table">
            <a:tbl>
              <a:tblPr/>
              <a:tblGrid>
                <a:gridCol w="4070547">
                  <a:extLst>
                    <a:ext uri="{9D8B030D-6E8A-4147-A177-3AD203B41FA5}">
                      <a16:colId xmlns:a16="http://schemas.microsoft.com/office/drawing/2014/main" val="20000"/>
                    </a:ext>
                  </a:extLst>
                </a:gridCol>
                <a:gridCol w="2832423">
                  <a:extLst>
                    <a:ext uri="{9D8B030D-6E8A-4147-A177-3AD203B41FA5}">
                      <a16:colId xmlns:a16="http://schemas.microsoft.com/office/drawing/2014/main" val="20001"/>
                    </a:ext>
                  </a:extLst>
                </a:gridCol>
              </a:tblGrid>
              <a:tr h="49572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9572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9572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0806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 </a:t>
                      </a:r>
                    </a:p>
                    <a:p>
                      <a:pPr marL="0" marR="0" lvl="0" indent="0" algn="just" defTabSz="457200" rtl="0" eaLnBrk="1" fontAlgn="base" latinLnBrk="0" hangingPunct="1">
                        <a:lnSpc>
                          <a:spcPct val="100000"/>
                        </a:lnSpc>
                        <a:spcBef>
                          <a:spcPct val="0"/>
                        </a:spcBef>
                        <a:spcAft>
                          <a:spcPct val="0"/>
                        </a:spcAft>
                        <a:buClrTx/>
                        <a:buSzTx/>
                        <a:buFontTx/>
                        <a:buNone/>
                        <a:tabLst/>
                      </a:pP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144618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idx="1"/>
          </p:nvPr>
        </p:nvSpPr>
        <p:spPr/>
        <p:txBody>
          <a:bodyPr/>
          <a:lstStyle/>
          <a:p>
            <a:r>
              <a:rPr lang="en-GB" dirty="0"/>
              <a:t>Use-cases are a kind of scenario that are included in the UML(</a:t>
            </a:r>
            <a:r>
              <a:rPr lang="en-CA" dirty="0"/>
              <a:t>Unified Modeling Language</a:t>
            </a:r>
            <a:r>
              <a:rPr lang="en-GB" dirty="0"/>
              <a:t>). </a:t>
            </a:r>
          </a:p>
          <a:p>
            <a:r>
              <a:rPr lang="en-GB" dirty="0"/>
              <a:t>Use cases identify the actors in an interaction and which describe the interaction itself.</a:t>
            </a:r>
          </a:p>
          <a:p>
            <a:r>
              <a:rPr lang="en-GB" dirty="0"/>
              <a:t>A set of use cases should describe all possible interactions with the system.</a:t>
            </a:r>
          </a:p>
          <a:p>
            <a:r>
              <a:rPr lang="en-GB" dirty="0"/>
              <a:t>High-level graphical model supplemented by more detailed tabular description </a:t>
            </a:r>
          </a:p>
          <a:p>
            <a:r>
              <a:rPr lang="en-GB" dirty="0"/>
              <a:t>UML sequence diagrams may be used to add detail to use-cases by showing the sequence of event processing in the system.</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pic>
        <p:nvPicPr>
          <p:cNvPr id="4" name="Picture 3" descr="4.15 UseCases.eps"/>
          <p:cNvPicPr>
            <a:picLocks noChangeAspect="1"/>
          </p:cNvPicPr>
          <p:nvPr/>
        </p:nvPicPr>
        <p:blipFill>
          <a:blip r:embed="rId3"/>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 software requirements document</a:t>
            </a:r>
          </a:p>
        </p:txBody>
      </p:sp>
      <p:sp>
        <p:nvSpPr>
          <p:cNvPr id="16387" name="Rectangle 3"/>
          <p:cNvSpPr>
            <a:spLocks noGrp="1" noChangeArrowheads="1"/>
          </p:cNvSpPr>
          <p:nvPr>
            <p:ph idx="1"/>
          </p:nvPr>
        </p:nvSpPr>
        <p:spPr>
          <a:noFill/>
          <a:ln/>
        </p:spPr>
        <p:txBody>
          <a:bodyPr lIns="90487" tIns="44450" rIns="90487" bIns="44450"/>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a:p>
            <a:r>
              <a:rPr lang="en-US" dirty="0"/>
              <a:t>Think of it as a </a:t>
            </a:r>
            <a:r>
              <a:rPr lang="en-US" b="1" dirty="0"/>
              <a:t>contract</a:t>
            </a:r>
            <a:r>
              <a:rPr lang="en-US" dirty="0"/>
              <a:t> between stakeholders and developers.</a:t>
            </a: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604491601"/>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pic>
        <p:nvPicPr>
          <p:cNvPr id="4" name="Picture 3" descr="4.6 ReqDocUsers.eps"/>
          <p:cNvPicPr>
            <a:picLocks noChangeAspect="1"/>
          </p:cNvPicPr>
          <p:nvPr/>
        </p:nvPicPr>
        <p:blipFill>
          <a:blip r:embed="rId3"/>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a:t>
            </a:r>
          </a:p>
        </p:txBody>
      </p:sp>
      <p:sp>
        <p:nvSpPr>
          <p:cNvPr id="3" name="Content Placeholder 2"/>
          <p:cNvSpPr>
            <a:spLocks noGrp="1"/>
          </p:cNvSpPr>
          <p:nvPr>
            <p:ph idx="1"/>
          </p:nvPr>
        </p:nvSpPr>
        <p:spPr/>
        <p:txBody>
          <a:bodyPr/>
          <a:lstStyle/>
          <a:p>
            <a:r>
              <a:rPr lang="en-US" sz="2000" dirty="0"/>
              <a:t>Information in requirements document depends on </a:t>
            </a:r>
            <a:r>
              <a:rPr lang="en-US" sz="2000" b="1" dirty="0"/>
              <a:t>type of system </a:t>
            </a:r>
            <a:r>
              <a:rPr lang="en-US" sz="2000" dirty="0"/>
              <a:t>and </a:t>
            </a:r>
            <a:r>
              <a:rPr lang="en-US" sz="2000" b="1" dirty="0"/>
              <a:t>the approach to development </a:t>
            </a:r>
            <a:r>
              <a:rPr lang="en-US" sz="2000" dirty="0"/>
              <a:t>used.</a:t>
            </a:r>
          </a:p>
          <a:p>
            <a:pPr lvl="1"/>
            <a:r>
              <a:rPr lang="en-US" sz="1800" dirty="0"/>
              <a:t>A safety-critical medical system needs </a:t>
            </a:r>
            <a:r>
              <a:rPr lang="en-US" sz="1800" b="1" dirty="0"/>
              <a:t>very detailed, precise requirements</a:t>
            </a:r>
            <a:endParaRPr lang="en-US" sz="1800" dirty="0"/>
          </a:p>
          <a:p>
            <a:pPr lvl="1"/>
            <a:r>
              <a:rPr lang="en-US" sz="1800" dirty="0"/>
              <a:t>A small mobile app may have </a:t>
            </a:r>
            <a:r>
              <a:rPr lang="en-US" sz="1800" b="1" dirty="0"/>
              <a:t>lighter, more flexible documentation</a:t>
            </a:r>
            <a:endParaRPr lang="en-US" sz="1800" dirty="0"/>
          </a:p>
          <a:p>
            <a:r>
              <a:rPr lang="en-US" sz="2000" dirty="0"/>
              <a:t>Systems developed incrementally will, typically, have less detail in the requirements document.</a:t>
            </a:r>
          </a:p>
          <a:p>
            <a:pPr lvl="1"/>
            <a:r>
              <a:rPr lang="en-US" sz="1800" dirty="0"/>
              <a:t>Only high-level requirements may be written at the start</a:t>
            </a:r>
          </a:p>
          <a:p>
            <a:pPr lvl="1"/>
            <a:r>
              <a:rPr lang="en-US" sz="1800" dirty="0"/>
              <a:t>Details are refined </a:t>
            </a:r>
            <a:r>
              <a:rPr lang="en-US" sz="1800" b="1" dirty="0"/>
              <a:t>in each iteration or sprint</a:t>
            </a:r>
            <a:endParaRPr lang="en-US" sz="1800" dirty="0"/>
          </a:p>
          <a:p>
            <a:r>
              <a:rPr lang="en-US" sz="2000" dirty="0"/>
              <a:t>Requirements documents standards have been designed e.g. IEEE standard. </a:t>
            </a:r>
          </a:p>
          <a:p>
            <a:pPr lvl="1"/>
            <a:r>
              <a:rPr lang="en-US" sz="1800" dirty="0"/>
              <a:t>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52194109"/>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26900112"/>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a:t>Requirements validation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dirty="0"/>
              <a:t>Concerned with demonstrating that the requirements define the system that the customer really wants.</a:t>
            </a:r>
          </a:p>
          <a:p>
            <a:r>
              <a:rPr lang="en-GB" dirty="0"/>
              <a:t>Requirements error costs are high so validation is very important</a:t>
            </a:r>
          </a:p>
          <a:p>
            <a:pPr lvl="1"/>
            <a:r>
              <a:rPr lang="en-GB" dirty="0"/>
              <a:t>Fixing a requirements error after delivery may cost up to 100 times the cost of fixing an implementation error.</a:t>
            </a:r>
          </a:p>
          <a:p>
            <a:r>
              <a:rPr lang="en-US" dirty="0"/>
              <a:t>Validating requirements early saves </a:t>
            </a:r>
            <a:r>
              <a:rPr lang="en-US" b="1" dirty="0"/>
              <a:t>time, money, and rework</a:t>
            </a:r>
            <a:r>
              <a:rPr lang="en-US" dirty="0"/>
              <a:t> by catching misunderstandings before development goes too far.</a:t>
            </a:r>
          </a:p>
          <a:p>
            <a:pPr marL="0" indent="0">
              <a:buNone/>
            </a:pP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 Does the system provide the functions which best support the customer’s needs?</a:t>
            </a:r>
          </a:p>
          <a:p>
            <a:r>
              <a:rPr lang="en-GB" sz="2400" dirty="0">
                <a:solidFill>
                  <a:srgbClr val="000000"/>
                </a:solidFill>
              </a:rPr>
              <a:t>Consistency. Are there any requirements conflicts?</a:t>
            </a:r>
          </a:p>
          <a:p>
            <a:r>
              <a:rPr lang="en-GB" sz="2400" dirty="0">
                <a:solidFill>
                  <a:srgbClr val="000000"/>
                </a:solidFill>
              </a:rPr>
              <a:t>Completeness. Are all functions required by the customer included?</a:t>
            </a:r>
          </a:p>
          <a:p>
            <a:r>
              <a:rPr lang="en-GB" sz="2400" dirty="0">
                <a:solidFill>
                  <a:srgbClr val="000000"/>
                </a:solidFill>
              </a:rPr>
              <a:t>Realism. Can 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idx="1"/>
          </p:nvPr>
        </p:nvSpPr>
        <p:spPr/>
        <p:txBody>
          <a:bodyPr/>
          <a:lstStyle/>
          <a:p>
            <a:pPr>
              <a:lnSpc>
                <a:spcPct val="90000"/>
              </a:lnSpc>
            </a:pPr>
            <a:r>
              <a:rPr lang="en-GB" sz="2000" dirty="0"/>
              <a:t>Requirements reviews</a:t>
            </a:r>
          </a:p>
          <a:p>
            <a:pPr lvl="1"/>
            <a:r>
              <a:rPr lang="en-US" sz="1800" dirty="0"/>
              <a:t>A </a:t>
            </a:r>
            <a:r>
              <a:rPr lang="en-US" sz="1800" b="1" dirty="0"/>
              <a:t>systematic manual check</a:t>
            </a:r>
            <a:r>
              <a:rPr lang="en-US" sz="1800" dirty="0"/>
              <a:t> of the requirements document</a:t>
            </a:r>
          </a:p>
          <a:p>
            <a:pPr lvl="1"/>
            <a:r>
              <a:rPr lang="en-US" sz="1800" dirty="0"/>
              <a:t>Involves stakeholders (customers, engineers, managers)</a:t>
            </a:r>
          </a:p>
          <a:p>
            <a:pPr lvl="1"/>
            <a:r>
              <a:rPr lang="en-US" sz="1800" dirty="0"/>
              <a:t>Goal: find </a:t>
            </a:r>
            <a:r>
              <a:rPr lang="en-US" sz="1800" b="1" dirty="0"/>
              <a:t>errors, conflicts, and missing requirements.</a:t>
            </a:r>
            <a:endParaRPr lang="en-GB" sz="1800" dirty="0"/>
          </a:p>
          <a:p>
            <a:pPr>
              <a:lnSpc>
                <a:spcPct val="90000"/>
              </a:lnSpc>
            </a:pPr>
            <a:r>
              <a:rPr lang="en-GB" sz="2000" dirty="0"/>
              <a:t>Prototyping (Covered in Chapter 2)</a:t>
            </a:r>
          </a:p>
          <a:p>
            <a:pPr lvl="1"/>
            <a:r>
              <a:rPr lang="en-US" sz="1800" dirty="0"/>
              <a:t>Build a </a:t>
            </a:r>
            <a:r>
              <a:rPr lang="en-US" sz="1800" b="1" dirty="0"/>
              <a:t>simple working model</a:t>
            </a:r>
            <a:r>
              <a:rPr lang="en-US" sz="1800" dirty="0"/>
              <a:t> of part of the system</a:t>
            </a:r>
          </a:p>
          <a:p>
            <a:pPr lvl="1"/>
            <a:r>
              <a:rPr lang="en-US" sz="1800" dirty="0"/>
              <a:t>Helps users see how the system might work in practice</a:t>
            </a:r>
          </a:p>
          <a:p>
            <a:pPr lvl="1"/>
            <a:r>
              <a:rPr lang="en-US" sz="1800" dirty="0"/>
              <a:t>Very useful for clarifying </a:t>
            </a:r>
            <a:r>
              <a:rPr lang="en-US" sz="1800" b="1" dirty="0"/>
              <a:t>unclear or misunderstood requirements</a:t>
            </a:r>
            <a:endParaRPr lang="en-GB" sz="1800" dirty="0"/>
          </a:p>
          <a:p>
            <a:pPr>
              <a:lnSpc>
                <a:spcPct val="90000"/>
              </a:lnSpc>
            </a:pPr>
            <a:r>
              <a:rPr lang="en-GB" sz="2000" dirty="0"/>
              <a:t>Test-case generation</a:t>
            </a:r>
          </a:p>
          <a:p>
            <a:pPr lvl="1"/>
            <a:r>
              <a:rPr lang="en-US" sz="1800" dirty="0"/>
              <a:t>Write </a:t>
            </a:r>
            <a:r>
              <a:rPr lang="en-US" sz="1800" b="1" dirty="0"/>
              <a:t>test cases directly from requirements</a:t>
            </a:r>
            <a:endParaRPr lang="en-US" sz="1800" dirty="0"/>
          </a:p>
          <a:p>
            <a:pPr lvl="1"/>
            <a:r>
              <a:rPr lang="en-US" sz="1800" dirty="0"/>
              <a:t>If you can’t create a test, the requirement may be </a:t>
            </a:r>
            <a:r>
              <a:rPr lang="en-US" sz="1800" b="1" dirty="0"/>
              <a:t>too vague or not measurable</a:t>
            </a:r>
            <a:endParaRPr lang="en-US" sz="1800" dirty="0"/>
          </a:p>
          <a:p>
            <a:pPr lvl="1"/>
            <a:r>
              <a:rPr lang="en-US" sz="1800" dirty="0"/>
              <a:t>Ensures requirements are </a:t>
            </a:r>
            <a:r>
              <a:rPr lang="en-US" sz="1800" b="1" dirty="0"/>
              <a:t>verifiable</a:t>
            </a:r>
            <a:endParaRPr lang="en-US" sz="1800" dirty="0"/>
          </a:p>
          <a:p>
            <a:pPr marL="0" indent="0">
              <a:buNone/>
            </a:pPr>
            <a:br>
              <a:rPr lang="en-US" sz="2000" dirty="0"/>
            </a:br>
            <a:endParaRPr lang="en-US" sz="2000" dirty="0"/>
          </a:p>
          <a:p>
            <a:pPr>
              <a:lnSpc>
                <a:spcPct val="90000"/>
              </a:lnSpc>
              <a:buFont typeface="Zapf Dingbats" charset="2"/>
              <a:buNone/>
            </a:pPr>
            <a:endParaRPr lang="en-GB"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xfrm>
            <a:off x="457200" y="1600200"/>
            <a:ext cx="8507288" cy="4525963"/>
          </a:xfrm>
          <a:noFill/>
          <a:ln/>
        </p:spPr>
        <p:txBody>
          <a:bodyPr lIns="90487" tIns="44450" rIns="90487" bIns="44450"/>
          <a:lstStyle/>
          <a:p>
            <a:r>
              <a:rPr lang="en-GB" dirty="0"/>
              <a:t>Regular reviews should be held while the requirements definition is being formulated.</a:t>
            </a:r>
          </a:p>
          <a:p>
            <a:r>
              <a:rPr lang="en-GB" dirty="0"/>
              <a:t>Both client and contractor staff should be involved in reviews.</a:t>
            </a:r>
          </a:p>
          <a:p>
            <a:pPr lvl="1"/>
            <a:r>
              <a:rPr lang="en-US" dirty="0"/>
              <a:t>Ensures requirements are </a:t>
            </a:r>
            <a:r>
              <a:rPr lang="en-US" b="1" dirty="0"/>
              <a:t>understood the same way by everyone</a:t>
            </a:r>
            <a:endParaRPr lang="en-GB" dirty="0"/>
          </a:p>
          <a:p>
            <a:r>
              <a:rPr lang="en-GB" dirty="0"/>
              <a:t>Reviews may be formal (with completed documents) or informal (</a:t>
            </a:r>
            <a:r>
              <a:rPr lang="en-US" dirty="0"/>
              <a:t>discussions, walkthroughs, quick feedback)</a:t>
            </a:r>
            <a:r>
              <a:rPr lang="en-GB" dirty="0"/>
              <a:t>. </a:t>
            </a:r>
          </a:p>
          <a:p>
            <a:pPr lvl="1"/>
            <a:r>
              <a:rPr lang="en-GB" dirty="0"/>
              <a:t>Good communications between developers, customers and users can resolve problems at an early stage.</a:t>
            </a:r>
          </a:p>
          <a:p>
            <a:r>
              <a:rPr lang="en-US" dirty="0"/>
              <a:t>Requirements reviews are about </a:t>
            </a:r>
            <a:r>
              <a:rPr lang="en-US" b="1" dirty="0"/>
              <a:t>early collaboration and shared understanding</a:t>
            </a:r>
            <a:r>
              <a:rPr lang="en-US" dirty="0"/>
              <a:t>, not just document checking.</a:t>
            </a: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a:solidFill>
                  <a:srgbClr val="FF0000"/>
                </a:solidFill>
              </a:rPr>
              <a:t>Verifiability</a:t>
            </a:r>
            <a:endParaRPr lang="en-GB" dirty="0"/>
          </a:p>
          <a:p>
            <a:pPr lvl="1">
              <a:lnSpc>
                <a:spcPct val="90000"/>
              </a:lnSpc>
            </a:pPr>
            <a:r>
              <a:rPr lang="en-GB" dirty="0"/>
              <a:t>Is the requirement realistically testable?</a:t>
            </a:r>
          </a:p>
          <a:p>
            <a:pPr>
              <a:lnSpc>
                <a:spcPct val="90000"/>
              </a:lnSpc>
            </a:pPr>
            <a:r>
              <a:rPr lang="en-GB" dirty="0">
                <a:solidFill>
                  <a:srgbClr val="FF0000"/>
                </a:solidFill>
              </a:rPr>
              <a:t>Comprehensibility</a:t>
            </a:r>
            <a:endParaRPr lang="en-GB" dirty="0"/>
          </a:p>
          <a:p>
            <a:pPr lvl="1">
              <a:lnSpc>
                <a:spcPct val="90000"/>
              </a:lnSpc>
            </a:pPr>
            <a:r>
              <a:rPr lang="en-GB" dirty="0"/>
              <a:t>Is the requirement properly understood by all stakeholders the same way?</a:t>
            </a:r>
          </a:p>
          <a:p>
            <a:pPr>
              <a:lnSpc>
                <a:spcPct val="90000"/>
              </a:lnSpc>
            </a:pPr>
            <a:r>
              <a:rPr lang="en-GB" dirty="0">
                <a:solidFill>
                  <a:srgbClr val="FF0000"/>
                </a:solidFill>
              </a:rPr>
              <a:t>Traceability</a:t>
            </a:r>
            <a:endParaRPr lang="en-GB" dirty="0"/>
          </a:p>
          <a:p>
            <a:pPr lvl="1">
              <a:lnSpc>
                <a:spcPct val="90000"/>
              </a:lnSpc>
            </a:pPr>
            <a:r>
              <a:rPr lang="en-GB" dirty="0"/>
              <a:t>Is the origin of the requirement clearly stated?</a:t>
            </a:r>
          </a:p>
          <a:p>
            <a:pPr>
              <a:lnSpc>
                <a:spcPct val="90000"/>
              </a:lnSpc>
            </a:pPr>
            <a:r>
              <a:rPr lang="en-GB" dirty="0">
                <a:solidFill>
                  <a:srgbClr val="FF0000"/>
                </a:solidFill>
              </a:rPr>
              <a:t>Adaptability</a:t>
            </a:r>
            <a:endParaRPr lang="en-GB" dirty="0"/>
          </a:p>
          <a:p>
            <a:pPr lvl="1">
              <a:lnSpc>
                <a:spcPct val="90000"/>
              </a:lnSpc>
            </a:pPr>
            <a:r>
              <a:rPr lang="en-GB" dirty="0"/>
              <a:t>Can 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change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a:xfrm>
            <a:off x="282352" y="1600200"/>
            <a:ext cx="8579296" cy="4525963"/>
          </a:xfrm>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a:t>
            </a:r>
            <a:r>
              <a:rPr lang="en-US" b="1" dirty="0"/>
              <a:t>business priorities may change </a:t>
            </a:r>
            <a:r>
              <a:rPr lang="en-US" dirty="0"/>
              <a:t>(with consequent changes in the system support required), and </a:t>
            </a:r>
            <a:r>
              <a:rPr lang="en-US" b="1" dirty="0"/>
              <a:t>new legislation and regulations may be introduced </a:t>
            </a:r>
            <a:r>
              <a:rPr lang="en-US" dirty="0"/>
              <a:t>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r>
              <a:rPr lang="en-US" b="1" dirty="0"/>
              <a:t>Requirements Become a Compromise</a:t>
            </a:r>
            <a:endParaRPr lang="en-US" dirty="0"/>
          </a:p>
          <a:p>
            <a:pPr lvl="1"/>
            <a:r>
              <a:rPr lang="en-US" dirty="0"/>
              <a:t>The final system requirements usually represent a </a:t>
            </a:r>
            <a:r>
              <a:rPr lang="en-US" b="1" dirty="0"/>
              <a:t>negotiated balance</a:t>
            </a:r>
            <a:r>
              <a:rPr lang="en-US" dirty="0"/>
              <a:t> between competing needs.</a:t>
            </a:r>
          </a:p>
          <a:p>
            <a:pPr lvl="1"/>
            <a:r>
              <a:rPr lang="en-US" dirty="0"/>
              <a:t>Over time:</a:t>
            </a:r>
          </a:p>
          <a:p>
            <a:pPr lvl="2"/>
            <a:r>
              <a:rPr lang="en-US" dirty="0"/>
              <a:t>Real usage shows which features are </a:t>
            </a:r>
            <a:r>
              <a:rPr lang="en-US" b="1" dirty="0"/>
              <a:t>more important than expected</a:t>
            </a:r>
            <a:endParaRPr lang="en-US" dirty="0"/>
          </a:p>
          <a:p>
            <a:pPr lvl="2"/>
            <a:r>
              <a:rPr lang="en-US" dirty="0"/>
              <a:t>Some user groups may need </a:t>
            </a:r>
            <a:r>
              <a:rPr lang="en-US" b="1" dirty="0"/>
              <a:t>more support or functionality</a:t>
            </a:r>
            <a:endParaRPr lang="en-US" dirty="0"/>
          </a:p>
          <a:p>
            <a:pPr lvl="2"/>
            <a:r>
              <a:rPr lang="en-US" dirty="0"/>
              <a:t>The system must be </a:t>
            </a:r>
            <a:r>
              <a:rPr lang="en-US" b="1" dirty="0"/>
              <a:t>adjusted to rebalance priorities</a:t>
            </a:r>
            <a:endParaRPr lang="en-US" dirty="0"/>
          </a:p>
          <a:p>
            <a:pPr lvl="1"/>
            <a:r>
              <a:rPr lang="en-US" dirty="0"/>
              <a:t>So even if requirements were “correct” at the start, </a:t>
            </a:r>
            <a:r>
              <a:rPr lang="en-US" b="1" dirty="0"/>
              <a:t>experience with the live system reveals new realities</a:t>
            </a:r>
            <a:r>
              <a:rPr lang="en-US" dirty="0"/>
              <a:t>.</a:t>
            </a:r>
          </a:p>
          <a:p>
            <a:br>
              <a:rPr lang="en-US" dirty="0"/>
            </a:br>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84</a:t>
            </a:fld>
            <a:endParaRPr lang="en-US"/>
          </a:p>
        </p:txBody>
      </p:sp>
      <p:pic>
        <p:nvPicPr>
          <p:cNvPr id="4" name="Picture 3" descr="4.17 ReqEvolution.eps"/>
          <p:cNvPicPr>
            <a:picLocks noChangeAspect="1"/>
          </p:cNvPicPr>
          <p:nvPr/>
        </p:nvPicPr>
        <p:blipFill>
          <a:blip r:embed="rId3"/>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a:t>
            </a:r>
            <a:r>
              <a:rPr lang="en-US" b="1" dirty="0"/>
              <a:t>track of individual requirements </a:t>
            </a:r>
            <a:r>
              <a:rPr lang="en-US" dirty="0"/>
              <a:t>and </a:t>
            </a:r>
            <a:r>
              <a:rPr lang="en-US" b="1" dirty="0"/>
              <a:t>maintain links between dependent requirements </a:t>
            </a:r>
            <a:r>
              <a:rPr lang="en-US" dirty="0"/>
              <a:t>so that you can assess the impact of requirements changes. </a:t>
            </a:r>
          </a:p>
          <a:p>
            <a:r>
              <a:rPr lang="en-US" dirty="0"/>
              <a:t>You need to establish a formal process for making change proposals and linking these to system requirements.</a:t>
            </a:r>
            <a:r>
              <a:rPr lang="en-GB" dirty="0"/>
              <a:t> </a:t>
            </a:r>
            <a:endParaRPr lang="en-GB" sz="24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304800" y="1524000"/>
            <a:ext cx="8686800" cy="4832350"/>
          </a:xfrm>
        </p:spPr>
        <p:txBody>
          <a:bodyPr/>
          <a:lstStyle/>
          <a:p>
            <a:pPr>
              <a:spcBef>
                <a:spcPct val="30000"/>
              </a:spcBef>
              <a:spcAft>
                <a:spcPct val="0"/>
              </a:spcAft>
              <a:defRPr/>
            </a:pPr>
            <a:r>
              <a:rPr lang="en-US" sz="2000" dirty="0"/>
              <a:t>Requirements management planning is about </a:t>
            </a:r>
            <a:r>
              <a:rPr lang="en-US" sz="2000" b="1" dirty="0"/>
              <a:t>deciding in advance</a:t>
            </a:r>
            <a:r>
              <a:rPr lang="en-US" sz="2000" dirty="0"/>
              <a:t> how requirements will be identified, changed, traced, and supported by tools — so the project stays organized as changes happen.</a:t>
            </a:r>
          </a:p>
          <a:p>
            <a:r>
              <a:rPr lang="en-US" sz="2000" dirty="0"/>
              <a:t>Requirements management decisions:</a:t>
            </a:r>
          </a:p>
          <a:p>
            <a:pPr lvl="1"/>
            <a:r>
              <a:rPr lang="en-US" sz="1800" i="1" dirty="0">
                <a:solidFill>
                  <a:schemeClr val="tx1"/>
                </a:solidFill>
              </a:rPr>
              <a:t>Requirements identificati</a:t>
            </a:r>
            <a:r>
              <a:rPr lang="en-US" sz="1800" i="1" dirty="0">
                <a:solidFill>
                  <a:srgbClr val="000000"/>
                </a:solidFill>
              </a:rPr>
              <a:t>on</a:t>
            </a:r>
            <a:r>
              <a:rPr lang="en-US" sz="1800" dirty="0">
                <a:solidFill>
                  <a:srgbClr val="FF0000"/>
                </a:solidFill>
              </a:rPr>
              <a:t> </a:t>
            </a:r>
            <a:r>
              <a:rPr lang="en-US" sz="1800" dirty="0"/>
              <a:t>Each requirement must be uniquely identified so that it can be cross-referenced with other requirements. </a:t>
            </a:r>
            <a:endParaRPr lang="en-GB" sz="1800" dirty="0"/>
          </a:p>
          <a:p>
            <a:pPr lvl="1"/>
            <a:r>
              <a:rPr lang="en-US" sz="1800" i="1" dirty="0">
                <a:solidFill>
                  <a:srgbClr val="000000"/>
                </a:solidFill>
              </a:rPr>
              <a:t>A change management process</a:t>
            </a:r>
            <a:r>
              <a:rPr lang="en-US" sz="1800" dirty="0">
                <a:solidFill>
                  <a:srgbClr val="000000"/>
                </a:solidFill>
              </a:rPr>
              <a:t> </a:t>
            </a:r>
            <a:r>
              <a:rPr lang="en-US" sz="1800" dirty="0"/>
              <a:t>This is the set of activities that assess the impact and cost of changes. I discuss this process in more detail in the following section.</a:t>
            </a:r>
            <a:endParaRPr lang="en-GB" sz="1800" dirty="0"/>
          </a:p>
          <a:p>
            <a:pPr lvl="1"/>
            <a:r>
              <a:rPr lang="en-US" sz="1800" i="1" dirty="0">
                <a:solidFill>
                  <a:srgbClr val="000000"/>
                </a:solidFill>
              </a:rPr>
              <a:t>Traceability policies</a:t>
            </a:r>
            <a:r>
              <a:rPr lang="en-US" sz="1800" dirty="0">
                <a:solidFill>
                  <a:srgbClr val="000000"/>
                </a:solidFill>
              </a:rPr>
              <a:t> </a:t>
            </a:r>
            <a:r>
              <a:rPr lang="en-US" sz="1800" dirty="0"/>
              <a:t>These policies define the relationships between each requirement and between the requirements and the system design that should be recorded. </a:t>
            </a:r>
            <a:endParaRPr lang="en-GB" sz="1800" dirty="0"/>
          </a:p>
          <a:p>
            <a:pPr lvl="1"/>
            <a:r>
              <a:rPr lang="en-US" sz="1800" i="1" dirty="0">
                <a:solidFill>
                  <a:srgbClr val="000000"/>
                </a:solidFill>
              </a:rPr>
              <a:t>Tool support</a:t>
            </a:r>
            <a:r>
              <a:rPr lang="en-US" sz="1800" dirty="0">
                <a:solidFill>
                  <a:srgbClr val="000000"/>
                </a:solidFill>
              </a:rPr>
              <a:t> </a:t>
            </a:r>
            <a:r>
              <a:rPr lang="en-US" sz="1800" dirty="0"/>
              <a:t>Tools that may be used range from specialist requirements management systems to spreadsheets and simple database systems.</a:t>
            </a:r>
            <a:endParaRPr lang="en-GB" sz="18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86</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sp>
        <p:nvSpPr>
          <p:cNvPr id="3" name="Content Placeholder 2"/>
          <p:cNvSpPr>
            <a:spLocks noGrp="1"/>
          </p:cNvSpPr>
          <p:nvPr>
            <p:ph idx="1"/>
          </p:nvPr>
        </p:nvSpPr>
        <p:spPr>
          <a:xfrm>
            <a:off x="242359" y="2667603"/>
            <a:ext cx="8659281" cy="4053872"/>
          </a:xfrm>
        </p:spPr>
        <p:txBody>
          <a:bodyPr/>
          <a:lstStyle/>
          <a:p>
            <a:r>
              <a:rPr lang="en-US" sz="2000" dirty="0">
                <a:solidFill>
                  <a:srgbClr val="000000"/>
                </a:solidFill>
              </a:rPr>
              <a:t>Deciding if a requirements change should be accepted</a:t>
            </a:r>
          </a:p>
          <a:p>
            <a:pPr lvl="1"/>
            <a:r>
              <a:rPr lang="en-US" sz="1800" i="1" dirty="0">
                <a:solidFill>
                  <a:srgbClr val="000000"/>
                </a:solidFill>
              </a:rPr>
              <a:t>Problem analysis and change specification</a:t>
            </a:r>
            <a:r>
              <a:rPr lang="en-US" sz="1800" dirty="0">
                <a:solidFill>
                  <a:srgbClr val="000000"/>
                </a:solidFill>
              </a:rPr>
              <a:t> </a:t>
            </a:r>
          </a:p>
          <a:p>
            <a:pPr lvl="2"/>
            <a:r>
              <a:rPr lang="en-US" sz="1600" dirty="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sz="1600" dirty="0">
              <a:solidFill>
                <a:srgbClr val="000000"/>
              </a:solidFill>
            </a:endParaRPr>
          </a:p>
          <a:p>
            <a:pPr lvl="1"/>
            <a:r>
              <a:rPr lang="en-US" sz="1800" i="1" dirty="0">
                <a:solidFill>
                  <a:srgbClr val="000000"/>
                </a:solidFill>
              </a:rPr>
              <a:t>Change analysis and costing</a:t>
            </a:r>
            <a:r>
              <a:rPr lang="en-US" sz="1800" dirty="0">
                <a:solidFill>
                  <a:srgbClr val="000000"/>
                </a:solidFill>
              </a:rPr>
              <a:t> </a:t>
            </a:r>
          </a:p>
          <a:p>
            <a:pPr lvl="2"/>
            <a:r>
              <a:rPr lang="en-US" sz="1600" dirty="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sz="1600" dirty="0">
              <a:solidFill>
                <a:srgbClr val="000000"/>
              </a:solidFill>
            </a:endParaRPr>
          </a:p>
          <a:p>
            <a:pPr lvl="1"/>
            <a:r>
              <a:rPr lang="en-US" sz="1800" dirty="0">
                <a:solidFill>
                  <a:srgbClr val="000000"/>
                </a:solidFill>
              </a:rPr>
              <a:t>Change implementation </a:t>
            </a:r>
          </a:p>
          <a:p>
            <a:pPr lvl="2"/>
            <a:r>
              <a:rPr lang="en-US" sz="1600" dirty="0">
                <a:solidFill>
                  <a:srgbClr val="000000"/>
                </a:solidFill>
              </a:rPr>
              <a:t>The requirements document and, where necessary, the system design and implementation, are modified. Ideally, the document should be organized so that changes can be easily implemented.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pic>
        <p:nvPicPr>
          <p:cNvPr id="7" name="Picture 6" descr="4.18 ReqChangeMan.eps">
            <a:extLst>
              <a:ext uri="{FF2B5EF4-FFF2-40B4-BE49-F238E27FC236}">
                <a16:creationId xmlns:a16="http://schemas.microsoft.com/office/drawing/2014/main" id="{6B2F8EF6-2F48-9BB8-6A30-1003EEE1D996}"/>
              </a:ext>
            </a:extLst>
          </p:cNvPr>
          <p:cNvPicPr>
            <a:picLocks noChangeAspect="1"/>
          </p:cNvPicPr>
          <p:nvPr/>
        </p:nvPicPr>
        <p:blipFill>
          <a:blip r:embed="rId3"/>
          <a:stretch>
            <a:fillRect/>
          </a:stretch>
        </p:blipFill>
        <p:spPr>
          <a:xfrm>
            <a:off x="427319" y="1584382"/>
            <a:ext cx="8661952" cy="1054100"/>
          </a:xfrm>
          <a:prstGeom prst="rect">
            <a:avLst/>
          </a:prstGeom>
        </p:spPr>
      </p:pic>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for a software system set out what the system should do and define constraints on its operation and implementation.</a:t>
            </a:r>
            <a:endParaRPr lang="en-GB" dirty="0"/>
          </a:p>
          <a:p>
            <a:r>
              <a:rPr lang="en-US" dirty="0"/>
              <a:t>Functional requirements are statements of the services that the system must provide or are descriptions of how some computations must be carried out. </a:t>
            </a:r>
            <a:endParaRPr lang="en-GB" dirty="0"/>
          </a:p>
          <a:p>
            <a:r>
              <a:rPr lang="en-US" dirty="0"/>
              <a:t>Non-functional requirements often constrain the system being developed and the development process being used. </a:t>
            </a:r>
          </a:p>
          <a:p>
            <a:r>
              <a:rPr lang="en-US" dirty="0"/>
              <a:t>They often relate to the emergent properties of the system and therefore apply to the system as a whole.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382000" cy="4525963"/>
          </a:xfrm>
        </p:spPr>
        <p:txBody>
          <a:bodyPr/>
          <a:lstStyle/>
          <a:p>
            <a:r>
              <a:rPr lang="en-US" dirty="0"/>
              <a:t>The requirements engineering process is an iterative process that includes requirements elicitation, specification and validation.</a:t>
            </a:r>
            <a:endParaRPr lang="en-GB" dirty="0"/>
          </a:p>
          <a:p>
            <a:r>
              <a:rPr lang="en-US" dirty="0"/>
              <a:t>Requirements elicitation is an iterative process that can be represented as a spiral of activities – requirements discovery, requirements classification and organization, requirements negotiation and requirements documentation.</a:t>
            </a:r>
            <a:r>
              <a:rPr lang="en-GB" dirty="0"/>
              <a:t> </a:t>
            </a:r>
          </a:p>
          <a:p>
            <a:r>
              <a:rPr lang="en-US" dirty="0"/>
              <a:t>You can use a range of techniques for requirements elicitation including interviews and ethnography. User stories and scenarios may be used to facilitate discussions.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sz="2000" dirty="0"/>
              <a:t>Requirements specification is the process of formally documenting the user and system requirements and creating a software requirements document.</a:t>
            </a:r>
          </a:p>
          <a:p>
            <a:r>
              <a:rPr lang="en-US" sz="2000" dirty="0"/>
              <a:t>The software requirements document is an agreed statement of the system requirements. It should be organized so that both system customers and software developers can use it.</a:t>
            </a:r>
          </a:p>
          <a:p>
            <a:r>
              <a:rPr lang="en-US" sz="2000" dirty="0"/>
              <a:t>Requirements validation is the process of checking the requirements for validity, consistency, completeness, realism and verifiability. </a:t>
            </a:r>
            <a:endParaRPr lang="en-GB" sz="2000" dirty="0"/>
          </a:p>
          <a:p>
            <a:r>
              <a:rPr lang="en-US" sz="2000" dirty="0"/>
              <a:t>Business, organizational and technical changes inevitably lead to changes to the requirements for a software system. Requirements management is the process of managing and controlling these changes.</a:t>
            </a:r>
            <a:endParaRPr lang="en-GB" sz="2000" dirty="0"/>
          </a:p>
          <a:p>
            <a:endParaRPr lang="en-GB" sz="2000" dirty="0"/>
          </a:p>
          <a:p>
            <a:endParaRPr lang="en-US" sz="20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12820</TotalTime>
  <Words>7361</Words>
  <Application>Microsoft Office PowerPoint</Application>
  <PresentationFormat>On-screen Show (4:3)</PresentationFormat>
  <Paragraphs>896</Paragraphs>
  <Slides>90</Slides>
  <Notes>85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90</vt:i4>
      </vt:variant>
    </vt:vector>
  </HeadingPairs>
  <TitlesOfParts>
    <vt:vector size="96" baseType="lpstr">
      <vt:lpstr>Arial</vt:lpstr>
      <vt:lpstr>Calibri</vt:lpstr>
      <vt:lpstr>Wingdings</vt:lpstr>
      <vt:lpstr>Zapf Dingbats</vt:lpstr>
      <vt:lpstr>SE10 slides</vt:lpstr>
      <vt:lpstr>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Non-functional requirements implementation</vt:lpstr>
      <vt:lpstr>Types of nonfunctional requirement </vt:lpstr>
      <vt:lpstr>Non-functional classifications</vt:lpstr>
      <vt:lpstr>Examples of nonfunctional requirements in the Mentcare system</vt:lpstr>
      <vt:lpstr>Goals and requirements</vt:lpstr>
      <vt:lpstr>Usability requirements</vt:lpstr>
      <vt:lpstr>Metrics for specifying nonfunctional requirements</vt:lpstr>
      <vt:lpstr>Requirements engineering processes</vt:lpstr>
      <vt:lpstr>Requirements engineering processes</vt:lpstr>
      <vt:lpstr>A spiral view of the requirements engineering process </vt:lpstr>
      <vt:lpstr>Requirements elicitation</vt:lpstr>
      <vt:lpstr>Requirements elicitation and analysis</vt:lpstr>
      <vt:lpstr>Requirements elicitation</vt:lpstr>
      <vt:lpstr>Requirements elicitation</vt:lpstr>
      <vt:lpstr>The requirements elicitation and analysis process </vt:lpstr>
      <vt:lpstr>Process activities</vt:lpstr>
      <vt:lpstr>Problems of requirements elicitation</vt:lpstr>
      <vt:lpstr>Requirements elicitation techniques</vt:lpstr>
      <vt:lpstr>Interviewing</vt:lpstr>
      <vt:lpstr>Interviews in practice</vt:lpstr>
      <vt:lpstr>Problems with interviews</vt:lpstr>
      <vt:lpstr>Ethnography</vt:lpstr>
      <vt:lpstr>Scope of ethnography</vt:lpstr>
      <vt:lpstr>Combining Ethnography and Prototyping for Better Requirements</vt:lpstr>
      <vt:lpstr>Ethnography and prototyping for requirements analysis </vt:lpstr>
      <vt:lpstr>Stories and scenarios</vt:lpstr>
      <vt:lpstr>Photo sharing in the classroom (iLearn)</vt:lpstr>
      <vt:lpstr>Photo sharing in the classroom (iLearn)</vt:lpstr>
      <vt:lpstr>Photo sharing in the classroom (iLearn)</vt:lpstr>
      <vt:lpstr>Scenarios</vt:lpstr>
      <vt:lpstr>Uploading photos (iLearn)</vt:lpstr>
      <vt:lpstr>Uploading photos</vt:lpstr>
      <vt:lpstr>Requirements specification</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Use cases</vt:lpstr>
      <vt:lpstr>Use cases for the Mentcare system</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evolution </vt:lpstr>
      <vt:lpstr>Requirements management</vt:lpstr>
      <vt:lpstr>Requirements management planning</vt:lpstr>
      <vt:lpstr>Requirements change management</vt:lpstr>
      <vt:lpstr>Key points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Shimaa Abdelmeguid</cp:lastModifiedBy>
  <cp:revision>32</cp:revision>
  <cp:lastPrinted>2010-01-11T10:54:43Z</cp:lastPrinted>
  <dcterms:created xsi:type="dcterms:W3CDTF">2010-01-08T19:43:52Z</dcterms:created>
  <dcterms:modified xsi:type="dcterms:W3CDTF">2026-02-02T18:50:07Z</dcterms:modified>
</cp:coreProperties>
</file>